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1699875" cy="2592388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41" d="100"/>
          <a:sy n="141" d="100"/>
        </p:scale>
        <p:origin x="216" y="1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rrow-question-agent">
            <a:extLst>
              <a:ext uri="{FF2B5EF4-FFF2-40B4-BE49-F238E27FC236}">
                <a16:creationId xmlns:a16="http://schemas.microsoft.com/office/drawing/2014/main" id="{FBAD652C-F518-4B98-9237-8D2C6387B1BC}"/>
              </a:ext>
            </a:extLst>
          </p:cNvPr>
          <p:cNvSpPr>
            <a:spLocks noGrp="1"/>
          </p:cNvSpPr>
          <p:nvPr/>
        </p:nvSpPr>
        <p:spPr>
          <a:xfrm>
            <a:off x="2982917" y="759020"/>
            <a:ext cx="638175" cy="152400"/>
          </a:xfrm>
          <a:prstGeom prst="rightArrow">
            <a:avLst/>
          </a:prstGeom>
          <a:solidFill>
            <a:srgbClr val="4754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arrow-agent-surfaces">
            <a:extLst>
              <a:ext uri="{FF2B5EF4-FFF2-40B4-BE49-F238E27FC236}">
                <a16:creationId xmlns:a16="http://schemas.microsoft.com/office/drawing/2014/main" id="{6A691055-BA4A-44A7-ABF3-528098E0E73D}"/>
              </a:ext>
            </a:extLst>
          </p:cNvPr>
          <p:cNvSpPr>
            <a:spLocks noGrp="1"/>
          </p:cNvSpPr>
          <p:nvPr/>
        </p:nvSpPr>
        <p:spPr>
          <a:xfrm>
            <a:off x="5459412" y="759020"/>
            <a:ext cx="419100" cy="152400"/>
          </a:xfrm>
          <a:prstGeom prst="rightArrow">
            <a:avLst/>
          </a:prstGeom>
          <a:solidFill>
            <a:srgbClr val="4754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arrow-surfaces-answer">
            <a:extLst>
              <a:ext uri="{FF2B5EF4-FFF2-40B4-BE49-F238E27FC236}">
                <a16:creationId xmlns:a16="http://schemas.microsoft.com/office/drawing/2014/main" id="{6CD6D672-2CA2-489C-9429-75DB837F9158}"/>
              </a:ext>
            </a:extLst>
          </p:cNvPr>
          <p:cNvSpPr>
            <a:spLocks noGrp="1"/>
          </p:cNvSpPr>
          <p:nvPr/>
        </p:nvSpPr>
        <p:spPr>
          <a:xfrm>
            <a:off x="9869492" y="759020"/>
            <a:ext cx="409575" cy="152400"/>
          </a:xfrm>
          <a:prstGeom prst="rightArrow">
            <a:avLst/>
          </a:prstGeom>
          <a:solidFill>
            <a:srgbClr val="4754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oute-score-link">
            <a:extLst>
              <a:ext uri="{FF2B5EF4-FFF2-40B4-BE49-F238E27FC236}">
                <a16:creationId xmlns:a16="http://schemas.microsoft.com/office/drawing/2014/main" id="{C18EEC36-A4EE-4A54-A2E7-827D6C08F882}"/>
              </a:ext>
            </a:extLst>
          </p:cNvPr>
          <p:cNvSpPr>
            <a:spLocks noGrp="1"/>
          </p:cNvSpPr>
          <p:nvPr/>
        </p:nvSpPr>
        <p:spPr>
          <a:xfrm>
            <a:off x="5678487" y="1378150"/>
            <a:ext cx="0" cy="790575"/>
          </a:xfrm>
          <a:prstGeom prst="line">
            <a:avLst/>
          </a:prstGeom>
          <a:noFill/>
          <a:ln w="19050">
            <a:solidFill>
              <a:srgbClr val="D0D5D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answer-score-link">
            <a:extLst>
              <a:ext uri="{FF2B5EF4-FFF2-40B4-BE49-F238E27FC236}">
                <a16:creationId xmlns:a16="http://schemas.microsoft.com/office/drawing/2014/main" id="{DFB10366-694A-447A-9019-183DB93053E9}"/>
              </a:ext>
            </a:extLst>
          </p:cNvPr>
          <p:cNvSpPr>
            <a:spLocks noGrp="1"/>
          </p:cNvSpPr>
          <p:nvPr/>
        </p:nvSpPr>
        <p:spPr>
          <a:xfrm>
            <a:off x="10974387" y="1463870"/>
            <a:ext cx="0" cy="704850"/>
          </a:xfrm>
          <a:prstGeom prst="line">
            <a:avLst/>
          </a:prstGeom>
          <a:noFill/>
          <a:ln w="19050">
            <a:solidFill>
              <a:srgbClr val="D0D5D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" name="question-card">
            <a:extLst>
              <a:ext uri="{FF2B5EF4-FFF2-40B4-BE49-F238E27FC236}">
                <a16:creationId xmlns:a16="http://schemas.microsoft.com/office/drawing/2014/main" id="{8CAB4829-482E-4840-B390-369E5486B350}"/>
              </a:ext>
            </a:extLst>
          </p:cNvPr>
          <p:cNvSpPr>
            <a:spLocks noGrp="1"/>
          </p:cNvSpPr>
          <p:nvPr/>
        </p:nvSpPr>
        <p:spPr>
          <a:xfrm>
            <a:off x="39687" y="44645"/>
            <a:ext cx="2819400" cy="15621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question-accent">
            <a:extLst>
              <a:ext uri="{FF2B5EF4-FFF2-40B4-BE49-F238E27FC236}">
                <a16:creationId xmlns:a16="http://schemas.microsoft.com/office/drawing/2014/main" id="{07A41668-5CAD-45B3-A762-BE835324F41E}"/>
              </a:ext>
            </a:extLst>
          </p:cNvPr>
          <p:cNvSpPr>
            <a:spLocks noGrp="1"/>
          </p:cNvSpPr>
          <p:nvPr/>
        </p:nvSpPr>
        <p:spPr>
          <a:xfrm>
            <a:off x="39691" y="44645"/>
            <a:ext cx="85725" cy="1562100"/>
          </a:xfrm>
          <a:prstGeom prst="roundRect">
            <a:avLst>
              <a:gd name="adj" fmla="val 50000"/>
            </a:avLst>
          </a:prstGeom>
          <a:solidFill>
            <a:srgbClr val="475467"/>
          </a:solidFill>
          <a:ln w="0">
            <a:solidFill>
              <a:srgbClr val="4754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question-heading">
            <a:extLst>
              <a:ext uri="{FF2B5EF4-FFF2-40B4-BE49-F238E27FC236}">
                <a16:creationId xmlns:a16="http://schemas.microsoft.com/office/drawing/2014/main" id="{574CC043-4C72-4F9A-9B4A-104344BE7355}"/>
              </a:ext>
            </a:extLst>
          </p:cNvPr>
          <p:cNvSpPr>
            <a:spLocks noGrp="1"/>
          </p:cNvSpPr>
          <p:nvPr/>
        </p:nvSpPr>
        <p:spPr>
          <a:xfrm>
            <a:off x="268287" y="19704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75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Enterprise question</a:t>
            </a:r>
          </a:p>
        </p:txBody>
      </p:sp>
      <p:sp>
        <p:nvSpPr>
          <p:cNvPr id="9" name="chip-doc">
            <a:extLst>
              <a:ext uri="{FF2B5EF4-FFF2-40B4-BE49-F238E27FC236}">
                <a16:creationId xmlns:a16="http://schemas.microsoft.com/office/drawing/2014/main" id="{3515DFF7-EE12-4481-8798-88AA5C9E2EE6}"/>
              </a:ext>
            </a:extLst>
          </p:cNvPr>
          <p:cNvSpPr>
            <a:spLocks noGrp="1"/>
          </p:cNvSpPr>
          <p:nvPr/>
        </p:nvSpPr>
        <p:spPr>
          <a:xfrm>
            <a:off x="268292" y="597100"/>
            <a:ext cx="600075" cy="257175"/>
          </a:xfrm>
          <a:prstGeom prst="roundRect">
            <a:avLst>
              <a:gd name="adj" fmla="val 22222"/>
            </a:avLst>
          </a:prstGeom>
          <a:solidFill>
            <a:srgbClr val="EDF7FC"/>
          </a:solidFill>
          <a:ln w="14288">
            <a:solidFill>
              <a:srgbClr val="2878A8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rPr>
              <a:t>DOC</a:t>
            </a:r>
          </a:p>
        </p:txBody>
      </p:sp>
      <p:sp>
        <p:nvSpPr>
          <p:cNvPr id="10" name="chip-table">
            <a:extLst>
              <a:ext uri="{FF2B5EF4-FFF2-40B4-BE49-F238E27FC236}">
                <a16:creationId xmlns:a16="http://schemas.microsoft.com/office/drawing/2014/main" id="{730E6750-19E9-42DA-A21F-59508E650721}"/>
              </a:ext>
            </a:extLst>
          </p:cNvPr>
          <p:cNvSpPr>
            <a:spLocks noGrp="1"/>
          </p:cNvSpPr>
          <p:nvPr/>
        </p:nvSpPr>
        <p:spPr>
          <a:xfrm>
            <a:off x="963612" y="597100"/>
            <a:ext cx="742950" cy="257175"/>
          </a:xfrm>
          <a:prstGeom prst="roundRect">
            <a:avLst>
              <a:gd name="adj" fmla="val 22222"/>
            </a:avLst>
          </a:prstGeom>
          <a:solidFill>
            <a:srgbClr val="FFF8E7"/>
          </a:solidFill>
          <a:ln w="14288">
            <a:solidFill>
              <a:srgbClr val="E69F00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rPr>
              <a:t>TABLE</a:t>
            </a:r>
          </a:p>
        </p:txBody>
      </p:sp>
      <p:sp>
        <p:nvSpPr>
          <p:cNvPr id="11" name="chip-links">
            <a:extLst>
              <a:ext uri="{FF2B5EF4-FFF2-40B4-BE49-F238E27FC236}">
                <a16:creationId xmlns:a16="http://schemas.microsoft.com/office/drawing/2014/main" id="{08BBDC82-98B6-4B5D-8442-0B3FE123F4B5}"/>
              </a:ext>
            </a:extLst>
          </p:cNvPr>
          <p:cNvSpPr>
            <a:spLocks noGrp="1"/>
          </p:cNvSpPr>
          <p:nvPr/>
        </p:nvSpPr>
        <p:spPr>
          <a:xfrm>
            <a:off x="1801812" y="597100"/>
            <a:ext cx="647700" cy="257175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 w="14288">
            <a:solidFill>
              <a:srgbClr val="009E73"/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LINKS</a:t>
            </a:r>
          </a:p>
        </p:txBody>
      </p:sp>
      <p:sp>
        <p:nvSpPr>
          <p:cNvPr id="12" name="question-body">
            <a:extLst>
              <a:ext uri="{FF2B5EF4-FFF2-40B4-BE49-F238E27FC236}">
                <a16:creationId xmlns:a16="http://schemas.microsoft.com/office/drawing/2014/main" id="{C0BDE0F4-6743-440F-8E92-A1FBCB0E91D0}"/>
              </a:ext>
            </a:extLst>
          </p:cNvPr>
          <p:cNvSpPr>
            <a:spLocks noGrp="1"/>
          </p:cNvSpPr>
          <p:nvPr/>
        </p:nvSpPr>
        <p:spPr>
          <a:xfrm>
            <a:off x="268287" y="901895"/>
            <a:ext cx="2400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491" lnSpcReduction="10000"/>
          </a:bodyPr>
          <a:lstStyle/>
          <a:p>
            <a:pPr algn="l">
              <a:buNone/>
              <a:defRPr sz="142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How many items have negative</a:t>
            </a:r>
          </a:p>
          <a:p>
            <a:pPr algn="l">
              <a:buNone/>
              <a:defRPr sz="142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variance, and what is their total</a:t>
            </a:r>
          </a:p>
          <a:p>
            <a:pPr algn="l">
              <a:buNone/>
              <a:defRPr sz="1425" b="0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cost by shipping mode?</a:t>
            </a:r>
          </a:p>
        </p:txBody>
      </p:sp>
      <p:sp>
        <p:nvSpPr>
          <p:cNvPr id="13" name="question-arrow-label">
            <a:extLst>
              <a:ext uri="{FF2B5EF4-FFF2-40B4-BE49-F238E27FC236}">
                <a16:creationId xmlns:a16="http://schemas.microsoft.com/office/drawing/2014/main" id="{9A1225C9-724C-4881-94B6-D4075D6D9F8E}"/>
              </a:ext>
            </a:extLst>
          </p:cNvPr>
          <p:cNvSpPr>
            <a:spLocks noGrp="1"/>
          </p:cNvSpPr>
          <p:nvPr/>
        </p:nvSpPr>
        <p:spPr>
          <a:xfrm>
            <a:off x="2973387" y="53994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039"/>
          </a:bodyPr>
          <a:lstStyle/>
          <a:p>
            <a:pPr algn="ctr">
              <a:buNone/>
              <a:defRPr sz="1275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question</a:t>
            </a:r>
          </a:p>
        </p:txBody>
      </p:sp>
      <p:sp>
        <p:nvSpPr>
          <p:cNvPr id="14" name="agent-card">
            <a:extLst>
              <a:ext uri="{FF2B5EF4-FFF2-40B4-BE49-F238E27FC236}">
                <a16:creationId xmlns:a16="http://schemas.microsoft.com/office/drawing/2014/main" id="{339F5B4B-5BA8-4E0F-AAFD-77E82CC72808}"/>
              </a:ext>
            </a:extLst>
          </p:cNvPr>
          <p:cNvSpPr>
            <a:spLocks noGrp="1"/>
          </p:cNvSpPr>
          <p:nvPr/>
        </p:nvSpPr>
        <p:spPr>
          <a:xfrm>
            <a:off x="3621092" y="282770"/>
            <a:ext cx="1724025" cy="990600"/>
          </a:xfrm>
          <a:prstGeom prst="roundRect">
            <a:avLst>
              <a:gd name="adj" fmla="val 13462"/>
            </a:avLst>
          </a:prstGeom>
          <a:solidFill>
            <a:srgbClr val="475467"/>
          </a:solidFill>
          <a:ln w="9525">
            <a:solidFill>
              <a:srgbClr val="4754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agent-ring">
            <a:extLst>
              <a:ext uri="{FF2B5EF4-FFF2-40B4-BE49-F238E27FC236}">
                <a16:creationId xmlns:a16="http://schemas.microsoft.com/office/drawing/2014/main" id="{6E5F995A-DCDC-4E69-8D3B-10A70E329953}"/>
              </a:ext>
            </a:extLst>
          </p:cNvPr>
          <p:cNvSpPr>
            <a:spLocks noGrp="1"/>
          </p:cNvSpPr>
          <p:nvPr/>
        </p:nvSpPr>
        <p:spPr>
          <a:xfrm>
            <a:off x="3849692" y="644725"/>
            <a:ext cx="238125" cy="238125"/>
          </a:xfrm>
          <a:prstGeom prst="ellips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agent-dot">
            <a:extLst>
              <a:ext uri="{FF2B5EF4-FFF2-40B4-BE49-F238E27FC236}">
                <a16:creationId xmlns:a16="http://schemas.microsoft.com/office/drawing/2014/main" id="{AAF76358-C730-4D88-B4D9-D73C54C89FFD}"/>
              </a:ext>
            </a:extLst>
          </p:cNvPr>
          <p:cNvSpPr>
            <a:spLocks noGrp="1"/>
          </p:cNvSpPr>
          <p:nvPr/>
        </p:nvSpPr>
        <p:spPr>
          <a:xfrm>
            <a:off x="3935417" y="730450"/>
            <a:ext cx="66675" cy="66675"/>
          </a:xfrm>
          <a:prstGeom prst="ellipse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agent-title">
            <a:extLst>
              <a:ext uri="{FF2B5EF4-FFF2-40B4-BE49-F238E27FC236}">
                <a16:creationId xmlns:a16="http://schemas.microsoft.com/office/drawing/2014/main" id="{1EDA426B-4A54-400C-8D4B-22E64A8256E3}"/>
              </a:ext>
            </a:extLst>
          </p:cNvPr>
          <p:cNvSpPr>
            <a:spLocks noGrp="1"/>
          </p:cNvSpPr>
          <p:nvPr/>
        </p:nvSpPr>
        <p:spPr>
          <a:xfrm>
            <a:off x="4211637" y="530425"/>
            <a:ext cx="914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086" lnSpcReduction="10000"/>
          </a:bodyPr>
          <a:lstStyle/>
          <a:p>
            <a:pPr algn="l">
              <a:buNone/>
              <a:defRPr sz="23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</p:txBody>
      </p:sp>
      <p:sp>
        <p:nvSpPr>
          <p:cNvPr id="18" name="agent-subtitle">
            <a:extLst>
              <a:ext uri="{FF2B5EF4-FFF2-40B4-BE49-F238E27FC236}">
                <a16:creationId xmlns:a16="http://schemas.microsoft.com/office/drawing/2014/main" id="{5C2D3B91-9D9B-41AD-96EF-CCAF2F3F17F7}"/>
              </a:ext>
            </a:extLst>
          </p:cNvPr>
          <p:cNvSpPr>
            <a:spLocks noGrp="1"/>
          </p:cNvSpPr>
          <p:nvPr/>
        </p:nvSpPr>
        <p:spPr>
          <a:xfrm>
            <a:off x="4192587" y="87332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27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route + retrieve</a:t>
            </a:r>
          </a:p>
        </p:txBody>
      </p:sp>
      <p:sp>
        <p:nvSpPr>
          <p:cNvPr id="19" name="surface-set-label">
            <a:extLst>
              <a:ext uri="{FF2B5EF4-FFF2-40B4-BE49-F238E27FC236}">
                <a16:creationId xmlns:a16="http://schemas.microsoft.com/office/drawing/2014/main" id="{8B07EAAE-760E-423C-80C1-C1AF73A6858B}"/>
              </a:ext>
            </a:extLst>
          </p:cNvPr>
          <p:cNvSpPr>
            <a:spLocks noGrp="1"/>
          </p:cNvSpPr>
          <p:nvPr/>
        </p:nvSpPr>
        <p:spPr>
          <a:xfrm>
            <a:off x="6607179" y="1446236"/>
            <a:ext cx="242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50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i="1" dirty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select one or more</a:t>
            </a:r>
          </a:p>
        </p:txBody>
      </p:sp>
      <p:sp>
        <p:nvSpPr>
          <p:cNvPr id="20" name="rag-card">
            <a:extLst>
              <a:ext uri="{FF2B5EF4-FFF2-40B4-BE49-F238E27FC236}">
                <a16:creationId xmlns:a16="http://schemas.microsoft.com/office/drawing/2014/main" id="{8D56BD60-DCDC-4930-81BC-0312FB4F42A4}"/>
              </a:ext>
            </a:extLst>
          </p:cNvPr>
          <p:cNvSpPr>
            <a:spLocks noGrp="1"/>
          </p:cNvSpPr>
          <p:nvPr/>
        </p:nvSpPr>
        <p:spPr>
          <a:xfrm>
            <a:off x="5992817" y="139895"/>
            <a:ext cx="1152525" cy="1238250"/>
          </a:xfrm>
          <a:prstGeom prst="roundRect">
            <a:avLst>
              <a:gd name="adj" fmla="val 10744"/>
            </a:avLst>
          </a:prstGeom>
          <a:solidFill>
            <a:srgbClr val="EDF7FC"/>
          </a:solidFill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ag-icon-frame">
            <a:extLst>
              <a:ext uri="{FF2B5EF4-FFF2-40B4-BE49-F238E27FC236}">
                <a16:creationId xmlns:a16="http://schemas.microsoft.com/office/drawing/2014/main" id="{EEABD29F-91D7-42F2-9D87-B3A481F8BE4F}"/>
              </a:ext>
            </a:extLst>
          </p:cNvPr>
          <p:cNvSpPr>
            <a:spLocks noGrp="1"/>
          </p:cNvSpPr>
          <p:nvPr/>
        </p:nvSpPr>
        <p:spPr>
          <a:xfrm>
            <a:off x="6402392" y="330395"/>
            <a:ext cx="333375" cy="400050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ag-line1">
            <a:extLst>
              <a:ext uri="{FF2B5EF4-FFF2-40B4-BE49-F238E27FC236}">
                <a16:creationId xmlns:a16="http://schemas.microsoft.com/office/drawing/2014/main" id="{C0335EE5-C713-46C6-8B18-B52C26BDA4AD}"/>
              </a:ext>
            </a:extLst>
          </p:cNvPr>
          <p:cNvSpPr>
            <a:spLocks noGrp="1"/>
          </p:cNvSpPr>
          <p:nvPr/>
        </p:nvSpPr>
        <p:spPr>
          <a:xfrm>
            <a:off x="6478592" y="454220"/>
            <a:ext cx="180975" cy="0"/>
          </a:xfrm>
          <a:prstGeom prst="line">
            <a:avLst/>
          </a:prstGeom>
          <a:noFill/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ag-line2">
            <a:extLst>
              <a:ext uri="{FF2B5EF4-FFF2-40B4-BE49-F238E27FC236}">
                <a16:creationId xmlns:a16="http://schemas.microsoft.com/office/drawing/2014/main" id="{F72E9003-2450-4171-A728-FD4ADF053712}"/>
              </a:ext>
            </a:extLst>
          </p:cNvPr>
          <p:cNvSpPr>
            <a:spLocks noGrp="1"/>
          </p:cNvSpPr>
          <p:nvPr/>
        </p:nvSpPr>
        <p:spPr>
          <a:xfrm>
            <a:off x="6478592" y="539945"/>
            <a:ext cx="180975" cy="0"/>
          </a:xfrm>
          <a:prstGeom prst="line">
            <a:avLst/>
          </a:prstGeom>
          <a:noFill/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ag-line3">
            <a:extLst>
              <a:ext uri="{FF2B5EF4-FFF2-40B4-BE49-F238E27FC236}">
                <a16:creationId xmlns:a16="http://schemas.microsoft.com/office/drawing/2014/main" id="{B192F1BC-5AD2-4F90-B662-344C006F4A5D}"/>
              </a:ext>
            </a:extLst>
          </p:cNvPr>
          <p:cNvSpPr>
            <a:spLocks noGrp="1"/>
          </p:cNvSpPr>
          <p:nvPr/>
        </p:nvSpPr>
        <p:spPr>
          <a:xfrm>
            <a:off x="6478592" y="625670"/>
            <a:ext cx="142875" cy="0"/>
          </a:xfrm>
          <a:prstGeom prst="line">
            <a:avLst/>
          </a:prstGeom>
          <a:noFill/>
          <a:ln w="19050">
            <a:solidFill>
              <a:srgbClr val="56B4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ag-title">
            <a:extLst>
              <a:ext uri="{FF2B5EF4-FFF2-40B4-BE49-F238E27FC236}">
                <a16:creationId xmlns:a16="http://schemas.microsoft.com/office/drawing/2014/main" id="{CFCD93F8-A28E-4EA8-9E01-504A733AE388}"/>
              </a:ext>
            </a:extLst>
          </p:cNvPr>
          <p:cNvSpPr>
            <a:spLocks noGrp="1"/>
          </p:cNvSpPr>
          <p:nvPr/>
        </p:nvSpPr>
        <p:spPr>
          <a:xfrm>
            <a:off x="6069017" y="79712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rPr>
              <a:t>RAG</a:t>
            </a:r>
          </a:p>
        </p:txBody>
      </p:sp>
      <p:sp>
        <p:nvSpPr>
          <p:cNvPr id="27" name="rag-subtitle">
            <a:extLst>
              <a:ext uri="{FF2B5EF4-FFF2-40B4-BE49-F238E27FC236}">
                <a16:creationId xmlns:a16="http://schemas.microsoft.com/office/drawing/2014/main" id="{19CF3572-F6F3-4144-AFF2-54E7006E8F3E}"/>
              </a:ext>
            </a:extLst>
          </p:cNvPr>
          <p:cNvSpPr>
            <a:spLocks noGrp="1"/>
          </p:cNvSpPr>
          <p:nvPr/>
        </p:nvSpPr>
        <p:spPr>
          <a:xfrm>
            <a:off x="6069017" y="1092400"/>
            <a:ext cx="1000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documents</a:t>
            </a:r>
          </a:p>
        </p:txBody>
      </p:sp>
      <p:sp>
        <p:nvSpPr>
          <p:cNvPr id="28" name="table-card">
            <a:extLst>
              <a:ext uri="{FF2B5EF4-FFF2-40B4-BE49-F238E27FC236}">
                <a16:creationId xmlns:a16="http://schemas.microsoft.com/office/drawing/2014/main" id="{1EB38FA6-C4CA-4D2F-8729-D02A6954B73D}"/>
              </a:ext>
            </a:extLst>
          </p:cNvPr>
          <p:cNvSpPr>
            <a:spLocks noGrp="1"/>
          </p:cNvSpPr>
          <p:nvPr/>
        </p:nvSpPr>
        <p:spPr>
          <a:xfrm>
            <a:off x="7288217" y="139895"/>
            <a:ext cx="1152525" cy="1238250"/>
          </a:xfrm>
          <a:prstGeom prst="roundRect">
            <a:avLst>
              <a:gd name="adj" fmla="val 10744"/>
            </a:avLst>
          </a:prstGeom>
          <a:solidFill>
            <a:srgbClr val="FFF8E7"/>
          </a:solidFill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able-icon-frame">
            <a:extLst>
              <a:ext uri="{FF2B5EF4-FFF2-40B4-BE49-F238E27FC236}">
                <a16:creationId xmlns:a16="http://schemas.microsoft.com/office/drawing/2014/main" id="{388932BC-B020-4407-A306-D08572C92D5F}"/>
              </a:ext>
            </a:extLst>
          </p:cNvPr>
          <p:cNvSpPr>
            <a:spLocks noGrp="1"/>
          </p:cNvSpPr>
          <p:nvPr/>
        </p:nvSpPr>
        <p:spPr>
          <a:xfrm>
            <a:off x="7688267" y="330395"/>
            <a:ext cx="352425" cy="400050"/>
          </a:xfrm>
          <a:prstGeom prst="roundRect">
            <a:avLst>
              <a:gd name="adj" fmla="val 13514"/>
            </a:avLst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able-h1">
            <a:extLst>
              <a:ext uri="{FF2B5EF4-FFF2-40B4-BE49-F238E27FC236}">
                <a16:creationId xmlns:a16="http://schemas.microsoft.com/office/drawing/2014/main" id="{75F34D1C-EED8-4E84-9546-50BE6DFFDD54}"/>
              </a:ext>
            </a:extLst>
          </p:cNvPr>
          <p:cNvSpPr>
            <a:spLocks noGrp="1"/>
          </p:cNvSpPr>
          <p:nvPr/>
        </p:nvSpPr>
        <p:spPr>
          <a:xfrm>
            <a:off x="7735892" y="463745"/>
            <a:ext cx="257175" cy="0"/>
          </a:xfrm>
          <a:prstGeom prst="line">
            <a:avLst/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able-h2">
            <a:extLst>
              <a:ext uri="{FF2B5EF4-FFF2-40B4-BE49-F238E27FC236}">
                <a16:creationId xmlns:a16="http://schemas.microsoft.com/office/drawing/2014/main" id="{92BF4EDE-9314-4FDF-90C9-7E393B105E44}"/>
              </a:ext>
            </a:extLst>
          </p:cNvPr>
          <p:cNvSpPr>
            <a:spLocks noGrp="1"/>
          </p:cNvSpPr>
          <p:nvPr/>
        </p:nvSpPr>
        <p:spPr>
          <a:xfrm>
            <a:off x="7735892" y="578045"/>
            <a:ext cx="257175" cy="0"/>
          </a:xfrm>
          <a:prstGeom prst="line">
            <a:avLst/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able-v1">
            <a:extLst>
              <a:ext uri="{FF2B5EF4-FFF2-40B4-BE49-F238E27FC236}">
                <a16:creationId xmlns:a16="http://schemas.microsoft.com/office/drawing/2014/main" id="{5D0176EB-3EC8-4AA9-8FB2-0016BBEA6F13}"/>
              </a:ext>
            </a:extLst>
          </p:cNvPr>
          <p:cNvSpPr>
            <a:spLocks noGrp="1"/>
          </p:cNvSpPr>
          <p:nvPr/>
        </p:nvSpPr>
        <p:spPr>
          <a:xfrm>
            <a:off x="7821612" y="387545"/>
            <a:ext cx="0" cy="285750"/>
          </a:xfrm>
          <a:prstGeom prst="line">
            <a:avLst/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able-v2">
            <a:extLst>
              <a:ext uri="{FF2B5EF4-FFF2-40B4-BE49-F238E27FC236}">
                <a16:creationId xmlns:a16="http://schemas.microsoft.com/office/drawing/2014/main" id="{8AE880E7-D19D-40D1-B4DA-9BEAE4543583}"/>
              </a:ext>
            </a:extLst>
          </p:cNvPr>
          <p:cNvSpPr>
            <a:spLocks noGrp="1"/>
          </p:cNvSpPr>
          <p:nvPr/>
        </p:nvSpPr>
        <p:spPr>
          <a:xfrm>
            <a:off x="7916862" y="387545"/>
            <a:ext cx="0" cy="285750"/>
          </a:xfrm>
          <a:prstGeom prst="line">
            <a:avLst/>
          </a:prstGeom>
          <a:noFill/>
          <a:ln w="19050">
            <a:solidFill>
              <a:srgbClr val="E69F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able-title">
            <a:extLst>
              <a:ext uri="{FF2B5EF4-FFF2-40B4-BE49-F238E27FC236}">
                <a16:creationId xmlns:a16="http://schemas.microsoft.com/office/drawing/2014/main" id="{87F4023E-87D7-40D5-9FF7-DA48450F7FA0}"/>
              </a:ext>
            </a:extLst>
          </p:cNvPr>
          <p:cNvSpPr>
            <a:spLocks noGrp="1"/>
          </p:cNvSpPr>
          <p:nvPr/>
        </p:nvSpPr>
        <p:spPr>
          <a:xfrm>
            <a:off x="7364417" y="79712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E69F00"/>
                </a:solidFill>
                <a:latin typeface="Times New Roman"/>
                <a:ea typeface="Times New Roman"/>
                <a:cs typeface="Times New Roman"/>
              </a:rPr>
              <a:t>Table</a:t>
            </a:r>
          </a:p>
        </p:txBody>
      </p:sp>
      <p:sp>
        <p:nvSpPr>
          <p:cNvPr id="36" name="table-subtitle">
            <a:extLst>
              <a:ext uri="{FF2B5EF4-FFF2-40B4-BE49-F238E27FC236}">
                <a16:creationId xmlns:a16="http://schemas.microsoft.com/office/drawing/2014/main" id="{3FEA4F59-B3ED-4C13-BE61-9C5B9BF69584}"/>
              </a:ext>
            </a:extLst>
          </p:cNvPr>
          <p:cNvSpPr>
            <a:spLocks noGrp="1"/>
          </p:cNvSpPr>
          <p:nvPr/>
        </p:nvSpPr>
        <p:spPr>
          <a:xfrm>
            <a:off x="7364417" y="1092400"/>
            <a:ext cx="1000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SQL views</a:t>
            </a:r>
          </a:p>
        </p:txBody>
      </p:sp>
      <p:sp>
        <p:nvSpPr>
          <p:cNvPr id="37" name="graph-card">
            <a:extLst>
              <a:ext uri="{FF2B5EF4-FFF2-40B4-BE49-F238E27FC236}">
                <a16:creationId xmlns:a16="http://schemas.microsoft.com/office/drawing/2014/main" id="{EB40B359-2B09-4881-BEE2-14DBD517B787}"/>
              </a:ext>
            </a:extLst>
          </p:cNvPr>
          <p:cNvSpPr>
            <a:spLocks noGrp="1"/>
          </p:cNvSpPr>
          <p:nvPr/>
        </p:nvSpPr>
        <p:spPr>
          <a:xfrm>
            <a:off x="8583617" y="139895"/>
            <a:ext cx="1152525" cy="1238250"/>
          </a:xfrm>
          <a:prstGeom prst="roundRect">
            <a:avLst>
              <a:gd name="adj" fmla="val 10744"/>
            </a:avLst>
          </a:prstGeom>
          <a:solidFill>
            <a:srgbClr val="ECFDF5"/>
          </a:solidFill>
          <a:ln w="19050">
            <a:solidFill>
              <a:srgbClr val="009E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graph-edge1">
            <a:extLst>
              <a:ext uri="{FF2B5EF4-FFF2-40B4-BE49-F238E27FC236}">
                <a16:creationId xmlns:a16="http://schemas.microsoft.com/office/drawing/2014/main" id="{96B5ABC1-5E4B-4A6A-A942-43BD49D19279}"/>
              </a:ext>
            </a:extLst>
          </p:cNvPr>
          <p:cNvSpPr>
            <a:spLocks noGrp="1"/>
          </p:cNvSpPr>
          <p:nvPr/>
        </p:nvSpPr>
        <p:spPr>
          <a:xfrm>
            <a:off x="9078912" y="454220"/>
            <a:ext cx="285750" cy="114300"/>
          </a:xfrm>
          <a:prstGeom prst="line">
            <a:avLst/>
          </a:prstGeom>
          <a:noFill/>
          <a:ln w="19050">
            <a:solidFill>
              <a:srgbClr val="009E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graph-edge2">
            <a:extLst>
              <a:ext uri="{FF2B5EF4-FFF2-40B4-BE49-F238E27FC236}">
                <a16:creationId xmlns:a16="http://schemas.microsoft.com/office/drawing/2014/main" id="{26AC8399-606D-4911-97A9-F85F2FBBA7B3}"/>
              </a:ext>
            </a:extLst>
          </p:cNvPr>
          <p:cNvSpPr>
            <a:spLocks noGrp="1"/>
          </p:cNvSpPr>
          <p:nvPr/>
        </p:nvSpPr>
        <p:spPr>
          <a:xfrm>
            <a:off x="9364662" y="568525"/>
            <a:ext cx="95250" cy="238125"/>
          </a:xfrm>
          <a:prstGeom prst="line">
            <a:avLst/>
          </a:prstGeom>
          <a:noFill/>
          <a:ln w="19050">
            <a:solidFill>
              <a:srgbClr val="009E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graph-edge3">
            <a:extLst>
              <a:ext uri="{FF2B5EF4-FFF2-40B4-BE49-F238E27FC236}">
                <a16:creationId xmlns:a16="http://schemas.microsoft.com/office/drawing/2014/main" id="{D7FA46C9-4257-49CC-B5BE-260831179BC2}"/>
              </a:ext>
            </a:extLst>
          </p:cNvPr>
          <p:cNvSpPr>
            <a:spLocks noGrp="1"/>
          </p:cNvSpPr>
          <p:nvPr/>
        </p:nvSpPr>
        <p:spPr>
          <a:xfrm>
            <a:off x="9078912" y="454225"/>
            <a:ext cx="381000" cy="352425"/>
          </a:xfrm>
          <a:prstGeom prst="line">
            <a:avLst/>
          </a:prstGeom>
          <a:noFill/>
          <a:ln w="19050">
            <a:solidFill>
              <a:srgbClr val="009E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graph-node1">
            <a:extLst>
              <a:ext uri="{FF2B5EF4-FFF2-40B4-BE49-F238E27FC236}">
                <a16:creationId xmlns:a16="http://schemas.microsoft.com/office/drawing/2014/main" id="{C92716E4-1C66-4B64-AAF1-C636518CFCE4}"/>
              </a:ext>
            </a:extLst>
          </p:cNvPr>
          <p:cNvSpPr>
            <a:spLocks noGrp="1"/>
          </p:cNvSpPr>
          <p:nvPr/>
        </p:nvSpPr>
        <p:spPr>
          <a:xfrm>
            <a:off x="9012237" y="387545"/>
            <a:ext cx="133350" cy="133350"/>
          </a:xfrm>
          <a:prstGeom prst="ellipse">
            <a:avLst/>
          </a:prstGeom>
          <a:solidFill>
            <a:srgbClr val="009E73"/>
          </a:solidFill>
          <a:ln w="0">
            <a:solidFill>
              <a:srgbClr val="009E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graph-node2">
            <a:extLst>
              <a:ext uri="{FF2B5EF4-FFF2-40B4-BE49-F238E27FC236}">
                <a16:creationId xmlns:a16="http://schemas.microsoft.com/office/drawing/2014/main" id="{1F7C1D18-C978-4294-BD87-29C49C971813}"/>
              </a:ext>
            </a:extLst>
          </p:cNvPr>
          <p:cNvSpPr>
            <a:spLocks noGrp="1"/>
          </p:cNvSpPr>
          <p:nvPr/>
        </p:nvSpPr>
        <p:spPr>
          <a:xfrm>
            <a:off x="9307512" y="501845"/>
            <a:ext cx="133350" cy="133350"/>
          </a:xfrm>
          <a:prstGeom prst="ellipse">
            <a:avLst/>
          </a:prstGeom>
          <a:solidFill>
            <a:srgbClr val="009E73"/>
          </a:solidFill>
          <a:ln w="0">
            <a:solidFill>
              <a:srgbClr val="009E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graph-node3">
            <a:extLst>
              <a:ext uri="{FF2B5EF4-FFF2-40B4-BE49-F238E27FC236}">
                <a16:creationId xmlns:a16="http://schemas.microsoft.com/office/drawing/2014/main" id="{B8EF6E9C-B5FF-4A64-9554-915A8E18FCBB}"/>
              </a:ext>
            </a:extLst>
          </p:cNvPr>
          <p:cNvSpPr>
            <a:spLocks noGrp="1"/>
          </p:cNvSpPr>
          <p:nvPr/>
        </p:nvSpPr>
        <p:spPr>
          <a:xfrm>
            <a:off x="9393237" y="739970"/>
            <a:ext cx="133350" cy="133350"/>
          </a:xfrm>
          <a:prstGeom prst="ellipse">
            <a:avLst/>
          </a:prstGeom>
          <a:solidFill>
            <a:srgbClr val="009E73"/>
          </a:solidFill>
          <a:ln w="0">
            <a:solidFill>
              <a:srgbClr val="009E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graph-title">
            <a:extLst>
              <a:ext uri="{FF2B5EF4-FFF2-40B4-BE49-F238E27FC236}">
                <a16:creationId xmlns:a16="http://schemas.microsoft.com/office/drawing/2014/main" id="{074C51E6-2F71-4244-B118-FCB08A057F41}"/>
              </a:ext>
            </a:extLst>
          </p:cNvPr>
          <p:cNvSpPr>
            <a:spLocks noGrp="1"/>
          </p:cNvSpPr>
          <p:nvPr/>
        </p:nvSpPr>
        <p:spPr>
          <a:xfrm>
            <a:off x="8659817" y="797120"/>
            <a:ext cx="1000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46" name="graph-subtitle">
            <a:extLst>
              <a:ext uri="{FF2B5EF4-FFF2-40B4-BE49-F238E27FC236}">
                <a16:creationId xmlns:a16="http://schemas.microsoft.com/office/drawing/2014/main" id="{F5A14647-548E-46F7-A4A8-1CF9DB969CAF}"/>
              </a:ext>
            </a:extLst>
          </p:cNvPr>
          <p:cNvSpPr>
            <a:spLocks noGrp="1"/>
          </p:cNvSpPr>
          <p:nvPr/>
        </p:nvSpPr>
        <p:spPr>
          <a:xfrm>
            <a:off x="8659817" y="1092400"/>
            <a:ext cx="1000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lineage</a:t>
            </a:r>
          </a:p>
        </p:txBody>
      </p:sp>
      <p:sp>
        <p:nvSpPr>
          <p:cNvPr id="47" name="answer-card">
            <a:extLst>
              <a:ext uri="{FF2B5EF4-FFF2-40B4-BE49-F238E27FC236}">
                <a16:creationId xmlns:a16="http://schemas.microsoft.com/office/drawing/2014/main" id="{9DB0CC45-89B4-4B6E-8CAE-5FC2E81746CC}"/>
              </a:ext>
            </a:extLst>
          </p:cNvPr>
          <p:cNvSpPr>
            <a:spLocks noGrp="1"/>
          </p:cNvSpPr>
          <p:nvPr/>
        </p:nvSpPr>
        <p:spPr>
          <a:xfrm>
            <a:off x="10279067" y="282770"/>
            <a:ext cx="1381125" cy="990600"/>
          </a:xfrm>
          <a:prstGeom prst="roundRect">
            <a:avLst>
              <a:gd name="adj" fmla="val 13462"/>
            </a:avLst>
          </a:prstGeom>
          <a:solidFill>
            <a:srgbClr val="F5F0F8"/>
          </a:solidFill>
          <a:ln w="19050">
            <a:solidFill>
              <a:srgbClr val="7A51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answer-check-ring">
            <a:extLst>
              <a:ext uri="{FF2B5EF4-FFF2-40B4-BE49-F238E27FC236}">
                <a16:creationId xmlns:a16="http://schemas.microsoft.com/office/drawing/2014/main" id="{2FCDC32B-82AD-4A76-BB0E-7CB4776E3C27}"/>
              </a:ext>
            </a:extLst>
          </p:cNvPr>
          <p:cNvSpPr>
            <a:spLocks noGrp="1"/>
          </p:cNvSpPr>
          <p:nvPr/>
        </p:nvSpPr>
        <p:spPr>
          <a:xfrm>
            <a:off x="10841037" y="454220"/>
            <a:ext cx="266700" cy="266700"/>
          </a:xfrm>
          <a:prstGeom prst="ellipse">
            <a:avLst/>
          </a:prstGeom>
          <a:noFill/>
          <a:ln w="19050">
            <a:solidFill>
              <a:srgbClr val="7A51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answer-check">
            <a:extLst>
              <a:ext uri="{FF2B5EF4-FFF2-40B4-BE49-F238E27FC236}">
                <a16:creationId xmlns:a16="http://schemas.microsoft.com/office/drawing/2014/main" id="{B1512ACC-BEC8-495B-8A81-21DEBD3389CE}"/>
              </a:ext>
            </a:extLst>
          </p:cNvPr>
          <p:cNvSpPr>
            <a:spLocks noGrp="1"/>
          </p:cNvSpPr>
          <p:nvPr/>
        </p:nvSpPr>
        <p:spPr>
          <a:xfrm>
            <a:off x="10860087" y="45422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1650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✓</a:t>
            </a:r>
          </a:p>
        </p:txBody>
      </p:sp>
      <p:sp>
        <p:nvSpPr>
          <p:cNvPr id="50" name="answer-title">
            <a:extLst>
              <a:ext uri="{FF2B5EF4-FFF2-40B4-BE49-F238E27FC236}">
                <a16:creationId xmlns:a16="http://schemas.microsoft.com/office/drawing/2014/main" id="{AAE3F20E-F63A-40B4-8A32-64095999FC92}"/>
              </a:ext>
            </a:extLst>
          </p:cNvPr>
          <p:cNvSpPr>
            <a:spLocks noGrp="1"/>
          </p:cNvSpPr>
          <p:nvPr/>
        </p:nvSpPr>
        <p:spPr>
          <a:xfrm>
            <a:off x="10402892" y="825700"/>
            <a:ext cx="11334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611"/>
          </a:bodyPr>
          <a:lstStyle/>
          <a:p>
            <a:pPr algn="ctr">
              <a:buNone/>
              <a:defRPr sz="172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Final answer</a:t>
            </a:r>
          </a:p>
        </p:txBody>
      </p:sp>
      <p:sp>
        <p:nvSpPr>
          <p:cNvPr id="51" name="scores-heading">
            <a:extLst>
              <a:ext uri="{FF2B5EF4-FFF2-40B4-BE49-F238E27FC236}">
                <a16:creationId xmlns:a16="http://schemas.microsoft.com/office/drawing/2014/main" id="{B34AED69-BDD5-4F44-9F34-D74A546967A4}"/>
              </a:ext>
            </a:extLst>
          </p:cNvPr>
          <p:cNvSpPr>
            <a:spLocks noGrp="1"/>
          </p:cNvSpPr>
          <p:nvPr/>
        </p:nvSpPr>
        <p:spPr>
          <a:xfrm>
            <a:off x="162237" y="187046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950" b="1" i="0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1F2937"/>
                </a:solidFill>
                <a:latin typeface="Times New Roman"/>
                <a:ea typeface="Times New Roman"/>
                <a:cs typeface="Times New Roman"/>
              </a:rPr>
              <a:t>Scored independently</a:t>
            </a:r>
          </a:p>
        </p:txBody>
      </p:sp>
      <p:sp>
        <p:nvSpPr>
          <p:cNvPr id="52" name="scores-subtitle">
            <a:extLst>
              <a:ext uri="{FF2B5EF4-FFF2-40B4-BE49-F238E27FC236}">
                <a16:creationId xmlns:a16="http://schemas.microsoft.com/office/drawing/2014/main" id="{019250F7-B650-4D2E-9E9C-36C14ECD96E6}"/>
              </a:ext>
            </a:extLst>
          </p:cNvPr>
          <p:cNvSpPr>
            <a:spLocks noGrp="1"/>
          </p:cNvSpPr>
          <p:nvPr/>
        </p:nvSpPr>
        <p:spPr>
          <a:xfrm>
            <a:off x="162242" y="2222885"/>
            <a:ext cx="2619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i="1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diagnose where the agent fails</a:t>
            </a:r>
          </a:p>
        </p:txBody>
      </p:sp>
      <p:sp>
        <p:nvSpPr>
          <p:cNvPr id="53" name="route-score-card">
            <a:extLst>
              <a:ext uri="{FF2B5EF4-FFF2-40B4-BE49-F238E27FC236}">
                <a16:creationId xmlns:a16="http://schemas.microsoft.com/office/drawing/2014/main" id="{9C3CDAAF-C23D-4D0F-80C0-CF652DDF6BEF}"/>
              </a:ext>
            </a:extLst>
          </p:cNvPr>
          <p:cNvSpPr>
            <a:spLocks noGrp="1"/>
          </p:cNvSpPr>
          <p:nvPr/>
        </p:nvSpPr>
        <p:spPr>
          <a:xfrm>
            <a:off x="3163887" y="1816769"/>
            <a:ext cx="4152900" cy="704851"/>
          </a:xfrm>
          <a:prstGeom prst="roundRect">
            <a:avLst>
              <a:gd name="adj" fmla="val 15116"/>
            </a:avLst>
          </a:prstGeom>
          <a:solidFill>
            <a:srgbClr val="EDF7FC"/>
          </a:solidFill>
          <a:ln w="19050">
            <a:solidFill>
              <a:srgbClr val="2878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oute-score-title">
            <a:extLst>
              <a:ext uri="{FF2B5EF4-FFF2-40B4-BE49-F238E27FC236}">
                <a16:creationId xmlns:a16="http://schemas.microsoft.com/office/drawing/2014/main" id="{233D5BCE-D9DD-4A28-B9DC-7F756EB5B90D}"/>
              </a:ext>
            </a:extLst>
          </p:cNvPr>
          <p:cNvSpPr>
            <a:spLocks noGrp="1"/>
          </p:cNvSpPr>
          <p:nvPr/>
        </p:nvSpPr>
        <p:spPr>
          <a:xfrm>
            <a:off x="3402012" y="1894877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65"/>
          </a:bodyPr>
          <a:lstStyle/>
          <a:p>
            <a:pPr algn="l">
              <a:buNone/>
              <a:defRPr sz="2025" b="1" i="0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878A8"/>
                </a:solidFill>
                <a:latin typeface="Times New Roman"/>
                <a:ea typeface="Times New Roman"/>
                <a:cs typeface="Times New Roman"/>
              </a:rPr>
              <a:t>Route F1</a:t>
            </a:r>
          </a:p>
        </p:txBody>
      </p:sp>
      <p:sp>
        <p:nvSpPr>
          <p:cNvPr id="56" name="route-score-body">
            <a:extLst>
              <a:ext uri="{FF2B5EF4-FFF2-40B4-BE49-F238E27FC236}">
                <a16:creationId xmlns:a16="http://schemas.microsoft.com/office/drawing/2014/main" id="{93C86D63-4141-4183-85A4-0422693335E7}"/>
              </a:ext>
            </a:extLst>
          </p:cNvPr>
          <p:cNvSpPr>
            <a:spLocks noGrp="1"/>
          </p:cNvSpPr>
          <p:nvPr/>
        </p:nvSpPr>
        <p:spPr>
          <a:xfrm>
            <a:off x="3402017" y="2228252"/>
            <a:ext cx="3571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selected surface set  vs.  required set</a:t>
            </a:r>
          </a:p>
        </p:txBody>
      </p:sp>
      <p:sp>
        <p:nvSpPr>
          <p:cNvPr id="57" name="answer-score-card">
            <a:extLst>
              <a:ext uri="{FF2B5EF4-FFF2-40B4-BE49-F238E27FC236}">
                <a16:creationId xmlns:a16="http://schemas.microsoft.com/office/drawing/2014/main" id="{8D0775C3-FA12-404F-B27E-8272301C969B}"/>
              </a:ext>
            </a:extLst>
          </p:cNvPr>
          <p:cNvSpPr>
            <a:spLocks noGrp="1"/>
          </p:cNvSpPr>
          <p:nvPr/>
        </p:nvSpPr>
        <p:spPr>
          <a:xfrm>
            <a:off x="7516817" y="1816296"/>
            <a:ext cx="4143375" cy="708525"/>
          </a:xfrm>
          <a:prstGeom prst="roundRect">
            <a:avLst>
              <a:gd name="adj" fmla="val 15116"/>
            </a:avLst>
          </a:prstGeom>
          <a:solidFill>
            <a:srgbClr val="F5F0F8"/>
          </a:solidFill>
          <a:ln w="19050">
            <a:solidFill>
              <a:srgbClr val="7A519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answer-score-title">
            <a:extLst>
              <a:ext uri="{FF2B5EF4-FFF2-40B4-BE49-F238E27FC236}">
                <a16:creationId xmlns:a16="http://schemas.microsoft.com/office/drawing/2014/main" id="{05121D38-A5A6-4E85-B412-93313B81A2A1}"/>
              </a:ext>
            </a:extLst>
          </p:cNvPr>
          <p:cNvSpPr>
            <a:spLocks noGrp="1"/>
          </p:cNvSpPr>
          <p:nvPr/>
        </p:nvSpPr>
        <p:spPr>
          <a:xfrm>
            <a:off x="7773987" y="1894877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65"/>
          </a:bodyPr>
          <a:lstStyle/>
          <a:p>
            <a:pPr algn="l">
              <a:buNone/>
              <a:defRPr sz="2025" b="1" i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dirty="0">
                <a:solidFill>
                  <a:srgbClr val="7A5195"/>
                </a:solidFill>
                <a:latin typeface="Times New Roman"/>
                <a:ea typeface="Times New Roman"/>
                <a:cs typeface="Times New Roman"/>
              </a:rPr>
              <a:t>Answer accuracy</a:t>
            </a:r>
          </a:p>
        </p:txBody>
      </p:sp>
      <p:sp>
        <p:nvSpPr>
          <p:cNvPr id="60" name="answer-score-body">
            <a:extLst>
              <a:ext uri="{FF2B5EF4-FFF2-40B4-BE49-F238E27FC236}">
                <a16:creationId xmlns:a16="http://schemas.microsoft.com/office/drawing/2014/main" id="{A43D02F8-28A6-4004-B944-1C774FC77346}"/>
              </a:ext>
            </a:extLst>
          </p:cNvPr>
          <p:cNvSpPr>
            <a:spLocks noGrp="1"/>
          </p:cNvSpPr>
          <p:nvPr/>
        </p:nvSpPr>
        <p:spPr>
          <a:xfrm>
            <a:off x="7773992" y="2228252"/>
            <a:ext cx="3571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 i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final response  vs.  reference answer</a:t>
            </a:r>
          </a:p>
        </p:txBody>
      </p:sp>
    </p:spTree>
    <p:extLst>
      <p:ext uri="{BB962C8B-B14F-4D97-AF65-F5344CB8AC3E}">
        <p14:creationId xmlns:p14="http://schemas.microsoft.com/office/powerpoint/2010/main" val="9116472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Macintosh PowerPoint</Application>
  <DocSecurity>0</DocSecurity>
  <PresentationFormat>自定义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T169125</cp:lastModifiedBy>
  <cp:revision>1</cp:revision>
  <dcterms:created xsi:type="dcterms:W3CDTF">2026-07-11T11:34:36Z</dcterms:created>
  <dcterms:modified xsi:type="dcterms:W3CDTF">2026-07-13T04:09:41Z</dcterms:modified>
</cp:coreProperties>
</file>