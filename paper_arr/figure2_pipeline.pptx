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d74b7f7a68482d" /><Relationship Type="http://schemas.openxmlformats.org/officeDocument/2006/relationships/extended-properties" Target="/docProps/app.xml" Id="R1f6d9ccf07c04dc6" /><Relationship Type="http://schemas.openxmlformats.org/officeDocument/2006/relationships/officeDocument" Target="/ppt/presentation.xml" Id="Rbbbe7f599c5942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597da1ea1b45f7"/>
  </p:sldMasterIdLst>
  <p:notesMasterIdLst>
    <p:notesMasterId xmlns:r="http://schemas.openxmlformats.org/officeDocument/2006/relationships" r:id="R9d5a8d9a3ba84d6a"/>
  </p:notesMasterIdLst>
  <p:sldIdLst>
    <p:sldId xmlns:r="http://schemas.openxmlformats.org/officeDocument/2006/relationships" id="256" r:id="Rc1cf0a3703724110"/>
  </p:sldIdLst>
  <p:sldSz cx="12192000" cy="31432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f8ef44ce1d40fb" /><Relationship Type="http://schemas.openxmlformats.org/officeDocument/2006/relationships/slideMaster" Target="/ppt/slideMasters/slideMaster1.xml" Id="R1e597da1ea1b45f7" /><Relationship Type="http://schemas.openxmlformats.org/officeDocument/2006/relationships/notesMaster" Target="/ppt/notesMasters/notesMaster1.xml" Id="R9d5a8d9a3ba84d6a" /><Relationship Type="http://schemas.openxmlformats.org/officeDocument/2006/relationships/presProps" Target="/ppt/presProps.xml" Id="R9c07d552ac09452e" /><Relationship Type="http://schemas.openxmlformats.org/officeDocument/2006/relationships/tableStyles" Target="/ppt/tableStyles.xml" Id="R26e0395a2d564a71" /><Relationship Type="http://schemas.openxmlformats.org/officeDocument/2006/relationships/slide" Target="/ppt/slides/slide1.xml" Id="Rc1cf0a370372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70e394cd704e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2554a086f8442d" /><Relationship Type="http://schemas.openxmlformats.org/officeDocument/2006/relationships/notesMaster" Target="/ppt/notesMasters/notesMaster1.xml" Id="R4e40d369038d4e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89b5750ee41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26d36e91b541f1" /><Relationship Type="http://schemas.openxmlformats.org/officeDocument/2006/relationships/slideLayout" Target="/ppt/slideLayouts/slideLayout1.xml" Id="Rd87b3e94e2a044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7b3e94e2a044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351fd98c7418e" /><Relationship Type="http://schemas.openxmlformats.org/officeDocument/2006/relationships/notesSlide" Target="/ppt/notesSlides/notesSlide1.xml" Id="R876d49383ad340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-arrow-1">
            <a:extLst xmlns:a="http://schemas.openxmlformats.org/drawingml/2006/main">
              <a:ext uri="{FF2B5EF4-FFF2-40B4-BE49-F238E27FC236}">
                <a16:creationId xmlns:a16="http://schemas.microsoft.com/office/drawing/2014/main" id="{D8FE14C9-CA6F-4AEB-9537-2F6BF5DE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57325"/>
            <a:ext cx="2000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  <a:prstDash val="solid"/>
          </a:ln>
        </p:spPr>
      </p:sp>
      <p:sp>
        <p:nvSpPr>
          <p:cNvPr id="2" name="stage-arrow-2">
            <a:extLst xmlns:a="http://schemas.openxmlformats.org/drawingml/2006/main">
              <a:ext uri="{FF2B5EF4-FFF2-40B4-BE49-F238E27FC236}">
                <a16:creationId xmlns:a16="http://schemas.microsoft.com/office/drawing/2014/main" id="{660D98D9-C103-4404-BD18-8ACDFC95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57325"/>
            <a:ext cx="2000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  <a:prstDash val="solid"/>
          </a:ln>
        </p:spPr>
      </p:sp>
      <p:sp>
        <p:nvSpPr>
          <p:cNvPr id="3" name="stage-arrow-3">
            <a:extLst xmlns:a="http://schemas.openxmlformats.org/drawingml/2006/main">
              <a:ext uri="{FF2B5EF4-FFF2-40B4-BE49-F238E27FC236}">
                <a16:creationId xmlns:a16="http://schemas.microsoft.com/office/drawing/2014/main" id="{3201DC73-F319-4594-A0D2-E1C1D3F1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57325"/>
            <a:ext cx="2000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  <a:prstDash val="solid"/>
          </a:ln>
        </p:spPr>
      </p:sp>
      <p:sp>
        <p:nvSpPr>
          <p:cNvPr id="4" name="stage-arrow-4">
            <a:extLst xmlns:a="http://schemas.openxmlformats.org/drawingml/2006/main">
              <a:ext uri="{FF2B5EF4-FFF2-40B4-BE49-F238E27FC236}">
                <a16:creationId xmlns:a16="http://schemas.microsoft.com/office/drawing/2014/main" id="{2FA2B130-8BC5-4EA6-9378-FAF34C98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57325"/>
            <a:ext cx="2000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  <a:prstDash val="solid"/>
          </a:ln>
        </p:spPr>
      </p:sp>
      <p:sp>
        <p:nvSpPr>
          <p:cNvPr id="5" name="stage-1">
            <a:extLst xmlns:a="http://schemas.openxmlformats.org/drawingml/2006/main">
              <a:ext uri="{FF2B5EF4-FFF2-40B4-BE49-F238E27FC236}">
                <a16:creationId xmlns:a16="http://schemas.microsoft.com/office/drawing/2014/main" id="{F8F99A14-75E9-4509-B084-ACB187FA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2190750" cy="28765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0D5DD"/>
            </a:solidFill>
            <a:prstDash val="solid"/>
          </a:ln>
        </p:spPr>
      </p:sp>
      <p:sp>
        <p:nvSpPr>
          <p:cNvPr id="6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B25461B2-F2E4-4DA3-9290-CB456D3B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7546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F1E9C-A6EC-49E0-91C6-46114160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48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Freeze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5B5F2-5A4B-411B-B2EA-E8D5CB9B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66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pin source state</a:t>
            </a:r>
          </a:p>
        </p:txBody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9AECB103-C189-44AC-A115-F68F01ED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2400"/>
            <a:ext cx="2190750" cy="28765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0D5DD"/>
            </a:solidFill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28B23169-691A-437E-BDB5-E42DD11D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6B4E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6B4E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56B4E9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87E9A-88AB-4F98-8CE4-CBB04034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8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A4599-C9EB-4EB2-BBD2-5FA274CB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66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make surfaces queryable</a:t>
            </a:r>
          </a:p>
        </p:txBody>
      </p:sp>
      <p:sp>
        <p:nvSpPr>
          <p:cNvPr id="13" name="stage-3">
            <a:extLst xmlns:a="http://schemas.openxmlformats.org/drawingml/2006/main">
              <a:ext uri="{FF2B5EF4-FFF2-40B4-BE49-F238E27FC236}">
                <a16:creationId xmlns:a16="http://schemas.microsoft.com/office/drawing/2014/main" id="{CFF18020-7721-4C0C-93D2-7F47A0FE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"/>
            <a:ext cx="2190750" cy="28765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4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1D13CD08-626C-4605-B097-CCD489EA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9E7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2FA2F-693B-4AC7-A26B-36B16BB6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48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Derive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54367-D987-441A-96B9-2DA6B882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66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deterministic core</a:t>
            </a:r>
          </a:p>
        </p:txBody>
      </p:sp>
      <p:sp>
        <p:nvSpPr>
          <p:cNvPr id="17" name="stage-4">
            <a:extLst xmlns:a="http://schemas.openxmlformats.org/drawingml/2006/main">
              <a:ext uri="{FF2B5EF4-FFF2-40B4-BE49-F238E27FC236}">
                <a16:creationId xmlns:a16="http://schemas.microsoft.com/office/drawing/2014/main" id="{35D5C5AD-4C0B-4B03-A475-EE44826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2400"/>
            <a:ext cx="2190750" cy="28765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7A5195"/>
            </a:solidFill>
            <a:prstDash val="solid"/>
          </a:ln>
        </p:spPr>
      </p:sp>
      <p:sp>
        <p:nvSpPr>
          <p:cNvPr id="18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C81B079C-8F6A-4477-AB54-908F9828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A519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785E3-74BB-49D2-A7A3-F87FFDAD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48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Expand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88913-F728-410D-9A6F-C86A6C4B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66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compose and verify</a:t>
            </a:r>
          </a:p>
        </p:txBody>
      </p:sp>
      <p:sp>
        <p:nvSpPr>
          <p:cNvPr id="21" name="stage-5">
            <a:extLst xmlns:a="http://schemas.openxmlformats.org/drawingml/2006/main">
              <a:ext uri="{FF2B5EF4-FFF2-40B4-BE49-F238E27FC236}">
                <a16:creationId xmlns:a16="http://schemas.microsoft.com/office/drawing/2014/main" id="{95595EB6-53AA-4C1D-9F32-347FAFBE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2400"/>
            <a:ext cx="2190750" cy="28765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0D5DD"/>
            </a:solidFill>
            <a:prstDash val="solid"/>
          </a:ln>
        </p:spPr>
      </p:sp>
      <p:sp>
        <p:nvSpPr>
          <p:cNvPr id="22" name="stage-number-5">
            <a:extLst xmlns:a="http://schemas.openxmlformats.org/drawingml/2006/main">
              <a:ext uri="{FF2B5EF4-FFF2-40B4-BE49-F238E27FC236}">
                <a16:creationId xmlns:a16="http://schemas.microsoft.com/office/drawing/2014/main" id="{631D4BF1-7A75-4ED5-864D-0DE80B48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7546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2B8E9-FD33-4484-A4EE-4DD79880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048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437A8-C96A-4018-9B30-DE1FF634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6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validate and release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461F9-2CD8-4D82-86CB-E481B09F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96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Workspace-Bench-Lite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5C003-79B4-493F-A4E9-825F7018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04925"/>
            <a:ext cx="1847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English split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76E120-B781-406E-8CDE-1A861A85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0"/>
            <a:ext cx="18478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1430">
            <a:solidFill>
              <a:srgbClr val="47546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1388" b="1" i="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 i="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commit + SHA-256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9F0914-DAF0-4954-BB51-AEE00128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09800"/>
            <a:ext cx="1847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100 source tasks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72170-C8FF-4981-AD3B-64E7BA88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669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5 personas  |  493 docs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3DEF32-BD88-475B-BBA8-25B42E0B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4320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38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reproducible inputs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339CC-9196-4EC4-8AFB-D7ECEE2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057275"/>
            <a:ext cx="18478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11430">
            <a:solidFill>
              <a:srgbClr val="56B4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AEDD3B-5766-485D-B22C-5EACF401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08585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4E9"/>
          </a:solidFill>
          <a:ln xmlns:a="http://schemas.openxmlformats.org/drawingml/2006/main" w="0">
            <a:solidFill>
              <a:srgbClr val="56B4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3BF8F2-F845-4924-8A60-3109BE83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085850"/>
            <a:ext cx="657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6B4E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56B4E9"/>
                </a:solidFill>
                <a:latin typeface="Times New Roman"/>
                <a:ea typeface="Times New Roman"/>
                <a:cs typeface="Times New Roman"/>
              </a:rPr>
              <a:t>RAG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E28505-4256-4AF8-B845-08D114BF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858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493 docs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5F0173-AC18-4B67-AB63-2470A4FC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18478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E69F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5ED3E8-A988-40DB-BB76-452A9B25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33525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484BCA-E7E6-4A7B-91FF-68639F96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533525"/>
            <a:ext cx="657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rPr>
              <a:t>Table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218761-C161-4FBD-8DCA-0B9DA6C9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33525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207 views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102279-EF08-43B3-9027-8B46A070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52625"/>
            <a:ext cx="18478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09E7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262DBE-404E-4F65-808B-E0BA640D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812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CF5E4E-561F-4B24-87F0-73B43D8A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81200"/>
            <a:ext cx="657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E66D6E-01FE-4080-9BF0-BDA2D9C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8120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1,438 edges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2C89EB-2A39-4D54-9170-53196294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76500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238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SOPs remain metadata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013351-B3DD-4C48-93DE-2365DB89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238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not a routable surface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E1F957-264B-4557-90BC-8733079D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009650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Source-grounded rules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2C42F5-0242-4338-9B97-B2DBFE60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362075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–  rubric numbers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067247-E4F3-4B92-979D-ADA7076E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85925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–  dependency edges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ED0267-44D1-4634-B922-0590DADE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9775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–  executed SQL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A97E34-0BF8-4ABB-83C0-7911CB61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18478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383">
            <a:solidFill>
              <a:srgbClr val="009E73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174 tasks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2F737E-9D72-4F8C-B0BE-E3BE518D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no synthesized facts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1BAD7F-748C-48A8-A000-5F3E49A8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09650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Proposal → verification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279D21-C5F2-4593-BC0C-0308EFE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LLM-assisted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5944C7-F3FF-4472-860D-3D35BDE0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352550"/>
            <a:ext cx="447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1388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158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CAC9F0-35D4-4E18-B3CB-CF761933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Graph+Table rules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EDFDB0-BF4A-4DFD-B052-6DE8B289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676400"/>
            <a:ext cx="447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1388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124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99FFF0-6AFF-48C9-86CC-CBD0BD95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RAG+Graph rules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8BE6F8-E002-438E-8771-B5F36267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00250"/>
            <a:ext cx="447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1388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61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F02B3D-FC28-4C1F-B369-B2AC93A2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18478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0F8"/>
          </a:solidFill>
          <a:ln xmlns:a="http://schemas.openxmlformats.org/drawingml/2006/main" w="12383">
            <a:solidFill>
              <a:srgbClr val="7A5195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343 verified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6F05F3-948C-444A-93FC-F886C807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90825"/>
            <a:ext cx="2038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148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model free text is never gold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ED456B-0D49-4691-8F44-E525131B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000125"/>
            <a:ext cx="1847850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383">
            <a:solidFill>
              <a:srgbClr val="009E7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011A8A-773F-4CC8-9B40-9D5BA372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076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68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517 atomic tasks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3B5426-267E-412B-A561-801DA874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3430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163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29 abstain  |  schema-valid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E0CFC3-F279-4A42-9FA2-B72498C6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38300"/>
            <a:ext cx="1847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5F0F8"/>
          </a:solidFill>
          <a:ln xmlns:a="http://schemas.openxmlformats.org/drawingml/2006/main" w="11430">
            <a:solidFill>
              <a:srgbClr val="7A519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099893-4501-4DAF-BE98-A71D07DD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668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195"/>
          </a:solidFill>
          <a:ln xmlns:a="http://schemas.openxmlformats.org/drawingml/2006/main" w="0">
            <a:solidFill>
              <a:srgbClr val="7A519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4AB6A0-9C1F-434F-BA02-4C2BA3BD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666875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Cross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9042DBC-3857-427D-B1F6-E6386C0C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6668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192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313414-E366-43F2-AA06-7642BF13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81200"/>
            <a:ext cx="1847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11430">
            <a:solidFill>
              <a:srgbClr val="56B4E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031593-770D-4B23-B7FE-A40B9297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97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4E9"/>
          </a:solidFill>
          <a:ln xmlns:a="http://schemas.openxmlformats.org/drawingml/2006/main" w="0">
            <a:solidFill>
              <a:srgbClr val="56B4E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37A95E9-7FB5-48AA-849C-400226A4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009775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56B4E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1" i="0">
                <a:solidFill>
                  <a:srgbClr val="56B4E9"/>
                </a:solidFill>
                <a:latin typeface="Times New Roman"/>
                <a:ea typeface="Times New Roman"/>
                <a:cs typeface="Times New Roman"/>
              </a:rPr>
              <a:t>RAG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FE706F-63B4-436C-886E-A3753FD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0097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130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A0CDB5-1126-4387-83FC-CEA5774E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24100"/>
            <a:ext cx="1847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09E7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1A8040-28E3-483F-90F5-8822D58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526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85F344-07EF-47F6-886C-D5AE553D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352675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1CB9357-24AA-4CD3-94B9-77BF5E6A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3526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99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EFA4D3-D84F-45F2-BFDA-B06671B3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67000"/>
            <a:ext cx="1847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E69F0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DE1D79-03DF-4587-AED9-7473015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95575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FDAC7DE-2F94-4140-A673-E63FD66C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695575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1" i="0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rPr>
              <a:t>Table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B4C512D-F842-4C00-B66A-BCB9F60D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955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1049538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2026-07-11T12:22:26.1870000Z</dcterms:created>
  <dcterms:modified xsi:type="dcterms:W3CDTF">2026-07-11T12:22:26.1870000Z</dcterms:modified>
</coreProperties>
</file>