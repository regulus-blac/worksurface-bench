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219261d7e04266" /><Relationship Type="http://schemas.openxmlformats.org/officeDocument/2006/relationships/extended-properties" Target="/docProps/app.xml" Id="R29ce8e2cea0f49e3" /><Relationship Type="http://schemas.openxmlformats.org/officeDocument/2006/relationships/officeDocument" Target="/ppt/presentation.xml" Id="R0954d73929cc46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b2bba592bc443b"/>
  </p:sldMasterIdLst>
  <p:notesMasterIdLst>
    <p:notesMasterId xmlns:r="http://schemas.openxmlformats.org/officeDocument/2006/relationships" r:id="R422cd9e5479646da"/>
  </p:notesMasterIdLst>
  <p:sldIdLst>
    <p:sldId xmlns:r="http://schemas.openxmlformats.org/officeDocument/2006/relationships" id="256" r:id="R30a0762d214e4a70"/>
  </p:sldIdLst>
  <p:sldSz cx="12192000" cy="2857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cf8d88bfe44139" /><Relationship Type="http://schemas.openxmlformats.org/officeDocument/2006/relationships/slideMaster" Target="/ppt/slideMasters/slideMaster1.xml" Id="R67b2bba592bc443b" /><Relationship Type="http://schemas.openxmlformats.org/officeDocument/2006/relationships/notesMaster" Target="/ppt/notesMasters/notesMaster1.xml" Id="R422cd9e5479646da" /><Relationship Type="http://schemas.openxmlformats.org/officeDocument/2006/relationships/presProps" Target="/ppt/presProps.xml" Id="R2c2e4cf1316e487f" /><Relationship Type="http://schemas.openxmlformats.org/officeDocument/2006/relationships/tableStyles" Target="/ppt/tableStyles.xml" Id="Rff1656069f524a28" /><Relationship Type="http://schemas.openxmlformats.org/officeDocument/2006/relationships/slide" Target="/ppt/slides/slide1.xml" Id="R30a0762d214e4a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053949d98849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2f787c620547b6" /><Relationship Type="http://schemas.openxmlformats.org/officeDocument/2006/relationships/notesMaster" Target="/ppt/notesMasters/notesMaster1.xml" Id="R0851421a264f44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0f48d5d1ee41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a1090ed8504639" /><Relationship Type="http://schemas.openxmlformats.org/officeDocument/2006/relationships/slideLayout" Target="/ppt/slideLayouts/slideLayout1.xml" Id="Rd285a213375042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85a213375042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99b6c934c4cd6" /><Relationship Type="http://schemas.openxmlformats.org/officeDocument/2006/relationships/notesSlide" Target="/ppt/notesSlides/notesSlide1.xml" Id="Rb240306a7b5a45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ource-to-surfaces">
            <a:extLst xmlns:a="http://schemas.openxmlformats.org/drawingml/2006/main">
              <a:ext uri="{FF2B5EF4-FFF2-40B4-BE49-F238E27FC236}">
                <a16:creationId xmlns:a16="http://schemas.microsoft.com/office/drawing/2014/main" id="{40570A88-1D75-4AB0-8F5E-D2721582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285875"/>
            <a:ext cx="361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54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urfaces-to-gold">
            <a:extLst xmlns:a="http://schemas.openxmlformats.org/drawingml/2006/main">
              <a:ext uri="{FF2B5EF4-FFF2-40B4-BE49-F238E27FC236}">
                <a16:creationId xmlns:a16="http://schemas.microsoft.com/office/drawing/2014/main" id="{EDD08459-EB0E-46FF-8AF5-06FACEF9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285875"/>
            <a:ext cx="37147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54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gold-to-release">
            <a:extLst xmlns:a="http://schemas.openxmlformats.org/drawingml/2006/main">
              <a:ext uri="{FF2B5EF4-FFF2-40B4-BE49-F238E27FC236}">
                <a16:creationId xmlns:a16="http://schemas.microsoft.com/office/drawing/2014/main" id="{6B6F6F38-1FF4-4734-9FF1-27150ACD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285875"/>
            <a:ext cx="37147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54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terministic-merge">
            <a:extLst xmlns:a="http://schemas.openxmlformats.org/drawingml/2006/main">
              <a:ext uri="{FF2B5EF4-FFF2-40B4-BE49-F238E27FC236}">
                <a16:creationId xmlns:a16="http://schemas.microsoft.com/office/drawing/2014/main" id="{630B940D-0C9A-4FCD-A49B-67F9BD6F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895350"/>
            <a:ext cx="1438275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5" name="expansion-merge">
            <a:extLst xmlns:a="http://schemas.openxmlformats.org/drawingml/2006/main">
              <a:ext uri="{FF2B5EF4-FFF2-40B4-BE49-F238E27FC236}">
                <a16:creationId xmlns:a16="http://schemas.microsoft.com/office/drawing/2014/main" id="{75C0CC17-0172-4F0F-86F9-A1A5219F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57375"/>
            <a:ext cx="1438275" cy="-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6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4DD66CB1-BB03-4256-8FA6-178DF2A9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238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SOURCE</a:t>
            </a:r>
          </a:p>
        </p:txBody>
      </p:sp>
      <p:sp>
        <p:nvSpPr>
          <p:cNvPr id="7" name="surfaces-label">
            <a:extLst xmlns:a="http://schemas.openxmlformats.org/drawingml/2006/main">
              <a:ext uri="{FF2B5EF4-FFF2-40B4-BE49-F238E27FC236}">
                <a16:creationId xmlns:a16="http://schemas.microsoft.com/office/drawing/2014/main" id="{A1093436-60D1-435C-A34F-E5FAD3A1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238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SURFACES</a:t>
            </a:r>
          </a:p>
        </p:txBody>
      </p:sp>
      <p:sp>
        <p:nvSpPr>
          <p:cNvPr id="8" name="gold-label">
            <a:extLst xmlns:a="http://schemas.openxmlformats.org/drawingml/2006/main">
              <a:ext uri="{FF2B5EF4-FFF2-40B4-BE49-F238E27FC236}">
                <a16:creationId xmlns:a16="http://schemas.microsoft.com/office/drawing/2014/main" id="{2A8A7B70-47ED-4792-A2DD-A41606C8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38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DERIVE + VERIFY</a:t>
            </a:r>
          </a:p>
        </p:txBody>
      </p:sp>
      <p:sp>
        <p:nvSpPr>
          <p:cNvPr id="9" name="release-label">
            <a:extLst xmlns:a="http://schemas.openxmlformats.org/drawingml/2006/main">
              <a:ext uri="{FF2B5EF4-FFF2-40B4-BE49-F238E27FC236}">
                <a16:creationId xmlns:a16="http://schemas.microsoft.com/office/drawing/2014/main" id="{74F426A0-05B8-4F30-9039-A02DC2D7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238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RELEASE</a:t>
            </a:r>
          </a:p>
        </p:txBody>
      </p:sp>
      <p:sp>
        <p:nvSpPr>
          <p:cNvPr id="10" name="source-doc-back">
            <a:extLst xmlns:a="http://schemas.openxmlformats.org/drawingml/2006/main">
              <a:ext uri="{FF2B5EF4-FFF2-40B4-BE49-F238E27FC236}">
                <a16:creationId xmlns:a16="http://schemas.microsoft.com/office/drawing/2014/main" id="{D840116C-A981-42D6-B55D-CAB57E93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38175"/>
            <a:ext cx="647700" cy="8001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0D5DD"/>
            </a:solidFill>
            <a:prstDash val="solid"/>
          </a:ln>
        </p:spPr>
      </p:sp>
      <p:sp>
        <p:nvSpPr>
          <p:cNvPr id="11" name="source-doc-mid">
            <a:extLst xmlns:a="http://schemas.openxmlformats.org/drawingml/2006/main">
              <a:ext uri="{FF2B5EF4-FFF2-40B4-BE49-F238E27FC236}">
                <a16:creationId xmlns:a16="http://schemas.microsoft.com/office/drawing/2014/main" id="{B1089C81-DEBA-4A24-902B-4ACC4D25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2450"/>
            <a:ext cx="647700" cy="8001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0D5DD"/>
            </a:solidFill>
            <a:prstDash val="solid"/>
          </a:ln>
        </p:spPr>
      </p:sp>
      <p:sp>
        <p:nvSpPr>
          <p:cNvPr id="12" name="source-doc-front">
            <a:extLst xmlns:a="http://schemas.openxmlformats.org/drawingml/2006/main">
              <a:ext uri="{FF2B5EF4-FFF2-40B4-BE49-F238E27FC236}">
                <a16:creationId xmlns:a16="http://schemas.microsoft.com/office/drawing/2014/main" id="{8F1740F1-1D4A-47FF-A190-2659F9CD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647700" cy="8001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75467"/>
            </a:solidFill>
            <a:prstDash val="solid"/>
          </a:ln>
        </p:spPr>
      </p:sp>
      <p:sp>
        <p:nvSpPr>
          <p:cNvPr id="13" name="source-doc-line1">
            <a:extLst xmlns:a="http://schemas.openxmlformats.org/drawingml/2006/main">
              <a:ext uri="{FF2B5EF4-FFF2-40B4-BE49-F238E27FC236}">
                <a16:creationId xmlns:a16="http://schemas.microsoft.com/office/drawing/2014/main" id="{4F0912ED-A923-4C8A-B135-10028873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9532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14" name="source-doc-line2">
            <a:extLst xmlns:a="http://schemas.openxmlformats.org/drawingml/2006/main">
              <a:ext uri="{FF2B5EF4-FFF2-40B4-BE49-F238E27FC236}">
                <a16:creationId xmlns:a16="http://schemas.microsoft.com/office/drawing/2014/main" id="{D6CA9738-CC9A-4B8C-B4EA-ECC30BF1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82867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15" name="source-doc-line3">
            <a:extLst xmlns:a="http://schemas.openxmlformats.org/drawingml/2006/main">
              <a:ext uri="{FF2B5EF4-FFF2-40B4-BE49-F238E27FC236}">
                <a16:creationId xmlns:a16="http://schemas.microsoft.com/office/drawing/2014/main" id="{336C2118-C962-4AA8-8E11-44286EDF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96202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16" name="source-lock-ring">
            <a:extLst xmlns:a="http://schemas.openxmlformats.org/drawingml/2006/main">
              <a:ext uri="{FF2B5EF4-FFF2-40B4-BE49-F238E27FC236}">
                <a16:creationId xmlns:a16="http://schemas.microsoft.com/office/drawing/2014/main" id="{7B125370-7380-42B4-AC7E-5DAB3121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5467"/>
          </a:solidFill>
          <a:ln xmlns:a="http://schemas.openxmlformats.org/drawingml/2006/main" w="0">
            <a:solidFill>
              <a:srgbClr val="475467"/>
            </a:solidFill>
            <a:prstDash val="solid"/>
          </a:ln>
        </p:spPr>
      </p:sp>
      <p:sp>
        <p:nvSpPr>
          <p:cNvPr id="17" name="source-lock-body">
            <a:extLst xmlns:a="http://schemas.openxmlformats.org/drawingml/2006/main">
              <a:ext uri="{FF2B5EF4-FFF2-40B4-BE49-F238E27FC236}">
                <a16:creationId xmlns:a16="http://schemas.microsoft.com/office/drawing/2014/main" id="{C38D0714-42EC-4F85-9A26-6AE6CE8D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228725"/>
            <a:ext cx="190500" cy="14287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source-lock-arc">
            <a:extLst xmlns:a="http://schemas.openxmlformats.org/drawingml/2006/main">
              <a:ext uri="{FF2B5EF4-FFF2-40B4-BE49-F238E27FC236}">
                <a16:creationId xmlns:a16="http://schemas.microsoft.com/office/drawing/2014/main" id="{CFB6CBB0-F698-4E3E-AC7E-3F60FE4C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114425"/>
            <a:ext cx="152400" cy="1714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source-name">
            <a:extLst xmlns:a="http://schemas.openxmlformats.org/drawingml/2006/main">
              <a:ext uri="{FF2B5EF4-FFF2-40B4-BE49-F238E27FC236}">
                <a16:creationId xmlns:a16="http://schemas.microsoft.com/office/drawing/2014/main" id="{3782144F-21B0-427A-B8DC-0F44CAE7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143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WSB-Lite</a:t>
            </a:r>
          </a:p>
        </p:txBody>
      </p:sp>
      <p:sp>
        <p:nvSpPr>
          <p:cNvPr id="20" name="source-count">
            <a:extLst xmlns:a="http://schemas.openxmlformats.org/drawingml/2006/main">
              <a:ext uri="{FF2B5EF4-FFF2-40B4-BE49-F238E27FC236}">
                <a16:creationId xmlns:a16="http://schemas.microsoft.com/office/drawing/2014/main" id="{0C702732-FCF3-487F-A50B-6577277C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96202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4754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 i="0">
                <a:solidFill>
                  <a:srgbClr val="475467"/>
                </a:solidFill>
                <a:latin typeface="Times New Roman"/>
                <a:ea typeface="Times New Roman"/>
                <a:cs typeface="Times New Roman"/>
              </a:rPr>
              <a:t>100</a:t>
            </a:r>
          </a:p>
        </p:txBody>
      </p:sp>
      <p:sp>
        <p:nvSpPr>
          <p:cNvPr id="21" name="source-count-label">
            <a:extLst xmlns:a="http://schemas.openxmlformats.org/drawingml/2006/main">
              <a:ext uri="{FF2B5EF4-FFF2-40B4-BE49-F238E27FC236}">
                <a16:creationId xmlns:a16="http://schemas.microsoft.com/office/drawing/2014/main" id="{06FCEF8F-B6E6-4BA5-A934-D1EEABF2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0668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tasks</a:t>
            </a:r>
          </a:p>
        </p:txBody>
      </p:sp>
      <p:sp>
        <p:nvSpPr>
          <p:cNvPr id="22" name="source-meta">
            <a:extLst xmlns:a="http://schemas.openxmlformats.org/drawingml/2006/main">
              <a:ext uri="{FF2B5EF4-FFF2-40B4-BE49-F238E27FC236}">
                <a16:creationId xmlns:a16="http://schemas.microsoft.com/office/drawing/2014/main" id="{092C2FAC-E5F4-49E9-B86E-B97B4415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142875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5 personas</a:t>
            </a:r>
          </a:p>
        </p:txBody>
      </p:sp>
      <p:sp>
        <p:nvSpPr>
          <p:cNvPr id="23" name="rag-bubble">
            <a:extLst xmlns:a="http://schemas.openxmlformats.org/drawingml/2006/main">
              <a:ext uri="{FF2B5EF4-FFF2-40B4-BE49-F238E27FC236}">
                <a16:creationId xmlns:a16="http://schemas.microsoft.com/office/drawing/2014/main" id="{4092F727-19FB-406E-9EBD-1E6CEE21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429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7FC"/>
          </a:solidFill>
          <a:ln xmlns:a="http://schemas.openxmlformats.org/drawingml/2006/main" w="19050">
            <a:solidFill>
              <a:srgbClr val="56B4E9"/>
            </a:solidFill>
            <a:prstDash val="solid"/>
          </a:ln>
        </p:spPr>
      </p:sp>
      <p:sp>
        <p:nvSpPr>
          <p:cNvPr id="24" name="rag-doc">
            <a:extLst xmlns:a="http://schemas.openxmlformats.org/drawingml/2006/main">
              <a:ext uri="{FF2B5EF4-FFF2-40B4-BE49-F238E27FC236}">
                <a16:creationId xmlns:a16="http://schemas.microsoft.com/office/drawing/2014/main" id="{8D55D655-503A-4A56-BCC8-9EC7A205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14375"/>
            <a:ext cx="285750" cy="36195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56B4E9"/>
            </a:solidFill>
            <a:prstDash val="solid"/>
          </a:ln>
        </p:spPr>
      </p:sp>
      <p:sp>
        <p:nvSpPr>
          <p:cNvPr id="25" name="rag-l1">
            <a:extLst xmlns:a="http://schemas.openxmlformats.org/drawingml/2006/main">
              <a:ext uri="{FF2B5EF4-FFF2-40B4-BE49-F238E27FC236}">
                <a16:creationId xmlns:a16="http://schemas.microsoft.com/office/drawing/2014/main" id="{C46F515F-CDC8-47AE-98DC-528E1924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82867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6B4E9"/>
            </a:solidFill>
            <a:prstDash val="solid"/>
          </a:ln>
        </p:spPr>
      </p:sp>
      <p:sp>
        <p:nvSpPr>
          <p:cNvPr id="26" name="rag-l2">
            <a:extLst xmlns:a="http://schemas.openxmlformats.org/drawingml/2006/main">
              <a:ext uri="{FF2B5EF4-FFF2-40B4-BE49-F238E27FC236}">
                <a16:creationId xmlns:a16="http://schemas.microsoft.com/office/drawing/2014/main" id="{D0893E6D-33A0-47C3-B219-B0CBFFEA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9144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6B4E9"/>
            </a:solidFill>
            <a:prstDash val="solid"/>
          </a:ln>
        </p:spPr>
      </p:sp>
      <p:sp>
        <p:nvSpPr>
          <p:cNvPr id="27" name="rag-l3">
            <a:extLst xmlns:a="http://schemas.openxmlformats.org/drawingml/2006/main">
              <a:ext uri="{FF2B5EF4-FFF2-40B4-BE49-F238E27FC236}">
                <a16:creationId xmlns:a16="http://schemas.microsoft.com/office/drawing/2014/main" id="{B5A18C1C-D5BA-4325-BF83-787AD857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000125"/>
            <a:ext cx="123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6B4E9"/>
            </a:solidFill>
            <a:prstDash val="solid"/>
          </a:ln>
        </p:spPr>
      </p:sp>
      <p:sp>
        <p:nvSpPr>
          <p:cNvPr id="28" name="rag-title">
            <a:extLst xmlns:a="http://schemas.openxmlformats.org/drawingml/2006/main">
              <a:ext uri="{FF2B5EF4-FFF2-40B4-BE49-F238E27FC236}">
                <a16:creationId xmlns:a16="http://schemas.microsoft.com/office/drawing/2014/main" id="{D5D9C7B8-376C-457A-86D0-ABC38306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314450"/>
            <a:ext cx="819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878A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2878A8"/>
                </a:solidFill>
                <a:latin typeface="Times New Roman"/>
                <a:ea typeface="Times New Roman"/>
                <a:cs typeface="Times New Roman"/>
              </a:rPr>
              <a:t>RAG</a:t>
            </a:r>
          </a:p>
        </p:txBody>
      </p:sp>
      <p:sp>
        <p:nvSpPr>
          <p:cNvPr id="29" name="rag-count">
            <a:extLst xmlns:a="http://schemas.openxmlformats.org/drawingml/2006/main">
              <a:ext uri="{FF2B5EF4-FFF2-40B4-BE49-F238E27FC236}">
                <a16:creationId xmlns:a16="http://schemas.microsoft.com/office/drawing/2014/main" id="{F030DCFB-A987-42A4-8338-546110F3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19250"/>
            <a:ext cx="1009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493 docs</a:t>
            </a:r>
          </a:p>
        </p:txBody>
      </p:sp>
      <p:sp>
        <p:nvSpPr>
          <p:cNvPr id="30" name="table-bubble">
            <a:extLst xmlns:a="http://schemas.openxmlformats.org/drawingml/2006/main">
              <a:ext uri="{FF2B5EF4-FFF2-40B4-BE49-F238E27FC236}">
                <a16:creationId xmlns:a16="http://schemas.microsoft.com/office/drawing/2014/main" id="{199FC0AA-1695-499D-81DD-4910373A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429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8E7"/>
          </a:solidFill>
          <a:ln xmlns:a="http://schemas.openxmlformats.org/drawingml/2006/main" w="19050">
            <a:solidFill>
              <a:srgbClr val="E69F00"/>
            </a:solidFill>
            <a:prstDash val="solid"/>
          </a:ln>
        </p:spPr>
      </p:sp>
      <p:sp>
        <p:nvSpPr>
          <p:cNvPr id="31" name="table-grid">
            <a:extLst xmlns:a="http://schemas.openxmlformats.org/drawingml/2006/main">
              <a:ext uri="{FF2B5EF4-FFF2-40B4-BE49-F238E27FC236}">
                <a16:creationId xmlns:a16="http://schemas.microsoft.com/office/drawing/2014/main" id="{FD5FC689-9030-4741-954F-AB6E1C33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714375"/>
            <a:ext cx="323850" cy="361950"/>
          </a:xfrm>
          <a:prstGeom xmlns:a="http://schemas.openxmlformats.org/drawingml/2006/main" prst="roundRect">
            <a:avLst>
              <a:gd name="adj" fmla="val 14706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E69F00"/>
            </a:solidFill>
            <a:prstDash val="solid"/>
          </a:ln>
        </p:spPr>
      </p:sp>
      <p:sp>
        <p:nvSpPr>
          <p:cNvPr id="32" name="table-h1">
            <a:extLst xmlns:a="http://schemas.openxmlformats.org/drawingml/2006/main">
              <a:ext uri="{FF2B5EF4-FFF2-40B4-BE49-F238E27FC236}">
                <a16:creationId xmlns:a16="http://schemas.microsoft.com/office/drawing/2014/main" id="{0ED1CD11-6181-4D1A-97DA-B87B4D3F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8286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9F00"/>
            </a:solidFill>
            <a:prstDash val="solid"/>
          </a:ln>
        </p:spPr>
      </p:sp>
      <p:sp>
        <p:nvSpPr>
          <p:cNvPr id="33" name="table-h2">
            <a:extLst xmlns:a="http://schemas.openxmlformats.org/drawingml/2006/main">
              <a:ext uri="{FF2B5EF4-FFF2-40B4-BE49-F238E27FC236}">
                <a16:creationId xmlns:a16="http://schemas.microsoft.com/office/drawing/2014/main" id="{8397EE0A-B429-45A6-B862-FBF98CD9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9429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9F00"/>
            </a:solidFill>
            <a:prstDash val="solid"/>
          </a:ln>
        </p:spPr>
      </p:sp>
      <p:sp>
        <p:nvSpPr>
          <p:cNvPr id="34" name="table-v1">
            <a:extLst xmlns:a="http://schemas.openxmlformats.org/drawingml/2006/main">
              <a:ext uri="{FF2B5EF4-FFF2-40B4-BE49-F238E27FC236}">
                <a16:creationId xmlns:a16="http://schemas.microsoft.com/office/drawing/2014/main" id="{90365238-36A7-43A2-87C5-AB55B0D4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762000"/>
            <a:ext cx="0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9F00"/>
            </a:solidFill>
            <a:prstDash val="solid"/>
          </a:ln>
        </p:spPr>
      </p:sp>
      <p:sp>
        <p:nvSpPr>
          <p:cNvPr id="35" name="table-v2">
            <a:extLst xmlns:a="http://schemas.openxmlformats.org/drawingml/2006/main">
              <a:ext uri="{FF2B5EF4-FFF2-40B4-BE49-F238E27FC236}">
                <a16:creationId xmlns:a16="http://schemas.microsoft.com/office/drawing/2014/main" id="{065C1EB9-958D-45FA-8D8D-AF9A4128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762000"/>
            <a:ext cx="0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9F00"/>
            </a:solidFill>
            <a:prstDash val="solid"/>
          </a:ln>
        </p:spPr>
      </p:sp>
      <p:sp>
        <p:nvSpPr>
          <p:cNvPr id="36" name="table-title">
            <a:extLst xmlns:a="http://schemas.openxmlformats.org/drawingml/2006/main">
              <a:ext uri="{FF2B5EF4-FFF2-40B4-BE49-F238E27FC236}">
                <a16:creationId xmlns:a16="http://schemas.microsoft.com/office/drawing/2014/main" id="{8B14DFBB-65B2-41D1-BD77-236FF0FA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314450"/>
            <a:ext cx="819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E69F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E69F00"/>
                </a:solidFill>
                <a:latin typeface="Times New Roman"/>
                <a:ea typeface="Times New Roman"/>
                <a:cs typeface="Times New Roman"/>
              </a:rPr>
              <a:t>Table</a:t>
            </a:r>
          </a:p>
        </p:txBody>
      </p:sp>
      <p:sp>
        <p:nvSpPr>
          <p:cNvPr id="37" name="table-count">
            <a:extLst xmlns:a="http://schemas.openxmlformats.org/drawingml/2006/main">
              <a:ext uri="{FF2B5EF4-FFF2-40B4-BE49-F238E27FC236}">
                <a16:creationId xmlns:a16="http://schemas.microsoft.com/office/drawing/2014/main" id="{ECCCA372-4B2A-405F-8C7E-9F68E89F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619250"/>
            <a:ext cx="1009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207 views</a:t>
            </a:r>
          </a:p>
        </p:txBody>
      </p:sp>
      <p:sp>
        <p:nvSpPr>
          <p:cNvPr id="38" name="graph-bubble">
            <a:extLst xmlns:a="http://schemas.openxmlformats.org/drawingml/2006/main">
              <a:ext uri="{FF2B5EF4-FFF2-40B4-BE49-F238E27FC236}">
                <a16:creationId xmlns:a16="http://schemas.microsoft.com/office/drawing/2014/main" id="{58A66300-A729-47F4-A6F1-D1512A11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429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19050">
            <a:solidFill>
              <a:srgbClr val="009E73"/>
            </a:solidFill>
            <a:prstDash val="solid"/>
          </a:ln>
        </p:spPr>
      </p:sp>
      <p:sp>
        <p:nvSpPr>
          <p:cNvPr id="39" name="graph-e1">
            <a:extLst xmlns:a="http://schemas.openxmlformats.org/drawingml/2006/main">
              <a:ext uri="{FF2B5EF4-FFF2-40B4-BE49-F238E27FC236}">
                <a16:creationId xmlns:a16="http://schemas.microsoft.com/office/drawing/2014/main" id="{D3F8C4BB-D674-4F8F-9A0E-BA46EB8D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800100"/>
            <a:ext cx="24765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9E73"/>
            </a:solidFill>
            <a:prstDash val="solid"/>
          </a:ln>
        </p:spPr>
      </p:sp>
      <p:sp>
        <p:nvSpPr>
          <p:cNvPr id="40" name="graph-e2">
            <a:extLst xmlns:a="http://schemas.openxmlformats.org/drawingml/2006/main">
              <a:ext uri="{FF2B5EF4-FFF2-40B4-BE49-F238E27FC236}">
                <a16:creationId xmlns:a16="http://schemas.microsoft.com/office/drawing/2014/main" id="{C6558C7F-5383-47D3-927A-A1196F7E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904875"/>
            <a:ext cx="7620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9E73"/>
            </a:solidFill>
            <a:prstDash val="solid"/>
          </a:ln>
        </p:spPr>
      </p:sp>
      <p:sp>
        <p:nvSpPr>
          <p:cNvPr id="41" name="graph-e3">
            <a:extLst xmlns:a="http://schemas.openxmlformats.org/drawingml/2006/main">
              <a:ext uri="{FF2B5EF4-FFF2-40B4-BE49-F238E27FC236}">
                <a16:creationId xmlns:a16="http://schemas.microsoft.com/office/drawing/2014/main" id="{5995E5FF-3B54-4914-8C93-6C8754D2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800100"/>
            <a:ext cx="32385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9E73"/>
            </a:solidFill>
            <a:prstDash val="solid"/>
          </a:ln>
        </p:spPr>
      </p:sp>
      <p:sp>
        <p:nvSpPr>
          <p:cNvPr id="42" name="graph-n1">
            <a:extLst xmlns:a="http://schemas.openxmlformats.org/drawingml/2006/main">
              <a:ext uri="{FF2B5EF4-FFF2-40B4-BE49-F238E27FC236}">
                <a16:creationId xmlns:a16="http://schemas.microsoft.com/office/drawing/2014/main" id="{9A9C6281-1B16-4695-AD16-073390F0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2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0">
            <a:solidFill>
              <a:srgbClr val="009E73"/>
            </a:solidFill>
            <a:prstDash val="solid"/>
          </a:ln>
        </p:spPr>
      </p:sp>
      <p:sp>
        <p:nvSpPr>
          <p:cNvPr id="43" name="graph-n2">
            <a:extLst xmlns:a="http://schemas.openxmlformats.org/drawingml/2006/main">
              <a:ext uri="{FF2B5EF4-FFF2-40B4-BE49-F238E27FC236}">
                <a16:creationId xmlns:a16="http://schemas.microsoft.com/office/drawing/2014/main" id="{E106A6CE-745C-4BD1-B37A-004183D0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847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0">
            <a:solidFill>
              <a:srgbClr val="009E73"/>
            </a:solidFill>
            <a:prstDash val="solid"/>
          </a:ln>
        </p:spPr>
      </p:sp>
      <p:sp>
        <p:nvSpPr>
          <p:cNvPr id="44" name="graph-n3">
            <a:extLst xmlns:a="http://schemas.openxmlformats.org/drawingml/2006/main">
              <a:ext uri="{FF2B5EF4-FFF2-40B4-BE49-F238E27FC236}">
                <a16:creationId xmlns:a16="http://schemas.microsoft.com/office/drawing/2014/main" id="{A218A573-1C2E-43C1-8925-C55DF8CD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057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0">
            <a:solidFill>
              <a:srgbClr val="009E73"/>
            </a:solidFill>
            <a:prstDash val="solid"/>
          </a:ln>
        </p:spPr>
      </p:sp>
      <p:sp>
        <p:nvSpPr>
          <p:cNvPr id="45" name="graph-title">
            <a:extLst xmlns:a="http://schemas.openxmlformats.org/drawingml/2006/main">
              <a:ext uri="{FF2B5EF4-FFF2-40B4-BE49-F238E27FC236}">
                <a16:creationId xmlns:a16="http://schemas.microsoft.com/office/drawing/2014/main" id="{A5BDB21D-9791-4DB5-A5DD-FB15DB99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314450"/>
            <a:ext cx="819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Graph</a:t>
            </a:r>
          </a:p>
        </p:txBody>
      </p:sp>
      <p:sp>
        <p:nvSpPr>
          <p:cNvPr id="46" name="graph-count">
            <a:extLst xmlns:a="http://schemas.openxmlformats.org/drawingml/2006/main">
              <a:ext uri="{FF2B5EF4-FFF2-40B4-BE49-F238E27FC236}">
                <a16:creationId xmlns:a16="http://schemas.microsoft.com/office/drawing/2014/main" id="{B1AA4861-B7D3-44DF-9BAC-6C7C75BE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19250"/>
            <a:ext cx="1009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1,438 edges</a:t>
            </a:r>
          </a:p>
        </p:txBody>
      </p:sp>
      <p:sp>
        <p:nvSpPr>
          <p:cNvPr id="47" name="deterministic-circle">
            <a:extLst xmlns:a="http://schemas.openxmlformats.org/drawingml/2006/main">
              <a:ext uri="{FF2B5EF4-FFF2-40B4-BE49-F238E27FC236}">
                <a16:creationId xmlns:a16="http://schemas.microsoft.com/office/drawing/2014/main" id="{9026A91F-CD0F-410C-8A21-07A2E988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43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7FC"/>
          </a:solidFill>
          <a:ln xmlns:a="http://schemas.openxmlformats.org/drawingml/2006/main" w="19050">
            <a:solidFill>
              <a:srgbClr val="2878A8"/>
            </a:solidFill>
            <a:prstDash val="solid"/>
          </a:ln>
        </p:spPr>
      </p:sp>
      <p:sp>
        <p:nvSpPr>
          <p:cNvPr id="48" name="deterministic-count">
            <a:extLst xmlns:a="http://schemas.openxmlformats.org/drawingml/2006/main">
              <a:ext uri="{FF2B5EF4-FFF2-40B4-BE49-F238E27FC236}">
                <a16:creationId xmlns:a16="http://schemas.microsoft.com/office/drawing/2014/main" id="{9210F972-C064-4D9E-9C5A-692D7777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76275"/>
            <a:ext cx="55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4086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2878A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0">
                <a:solidFill>
                  <a:srgbClr val="2878A8"/>
                </a:solidFill>
                <a:latin typeface="Times New Roman"/>
                <a:ea typeface="Times New Roman"/>
                <a:cs typeface="Times New Roman"/>
              </a:rPr>
              <a:t>174</a:t>
            </a:r>
          </a:p>
        </p:txBody>
      </p:sp>
      <p:sp>
        <p:nvSpPr>
          <p:cNvPr id="49" name="deterministic-label">
            <a:extLst xmlns:a="http://schemas.openxmlformats.org/drawingml/2006/main">
              <a:ext uri="{FF2B5EF4-FFF2-40B4-BE49-F238E27FC236}">
                <a16:creationId xmlns:a16="http://schemas.microsoft.com/office/drawing/2014/main" id="{CACE3D4A-F2E8-40B4-8346-F46BD3A5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62000"/>
            <a:ext cx="1066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deterministic</a:t>
            </a:r>
          </a:p>
        </p:txBody>
      </p:sp>
      <p:sp>
        <p:nvSpPr>
          <p:cNvPr id="50" name="expansion-circle">
            <a:extLst xmlns:a="http://schemas.openxmlformats.org/drawingml/2006/main">
              <a:ext uri="{FF2B5EF4-FFF2-40B4-BE49-F238E27FC236}">
                <a16:creationId xmlns:a16="http://schemas.microsoft.com/office/drawing/2014/main" id="{8709173B-8AA0-4D1A-A7AD-FE937EC6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7637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0F8"/>
          </a:solidFill>
          <a:ln xmlns:a="http://schemas.openxmlformats.org/drawingml/2006/main" w="19050">
            <a:solidFill>
              <a:srgbClr val="7A5195"/>
            </a:solidFill>
            <a:prstDash val="solid"/>
          </a:ln>
        </p:spPr>
      </p:sp>
      <p:sp>
        <p:nvSpPr>
          <p:cNvPr id="51" name="expansion-count">
            <a:extLst xmlns:a="http://schemas.openxmlformats.org/drawingml/2006/main">
              <a:ext uri="{FF2B5EF4-FFF2-40B4-BE49-F238E27FC236}">
                <a16:creationId xmlns:a16="http://schemas.microsoft.com/office/drawing/2014/main" id="{87A62AC6-C7C9-4897-9DE8-290E4C92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38300"/>
            <a:ext cx="55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4086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7A519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0">
                <a:solidFill>
                  <a:srgbClr val="7A5195"/>
                </a:solidFill>
                <a:latin typeface="Times New Roman"/>
                <a:ea typeface="Times New Roman"/>
                <a:cs typeface="Times New Roman"/>
              </a:rPr>
              <a:t>343</a:t>
            </a:r>
          </a:p>
        </p:txBody>
      </p:sp>
      <p:sp>
        <p:nvSpPr>
          <p:cNvPr id="52" name="expansion-label">
            <a:extLst xmlns:a="http://schemas.openxmlformats.org/drawingml/2006/main">
              <a:ext uri="{FF2B5EF4-FFF2-40B4-BE49-F238E27FC236}">
                <a16:creationId xmlns:a16="http://schemas.microsoft.com/office/drawing/2014/main" id="{C3F91029-D425-4612-861A-31574C68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24025"/>
            <a:ext cx="1190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3647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verified expansion</a:t>
            </a:r>
          </a:p>
        </p:txBody>
      </p:sp>
      <p:sp>
        <p:nvSpPr>
          <p:cNvPr id="53" name="gold-check">
            <a:extLst xmlns:a="http://schemas.openxmlformats.org/drawingml/2006/main">
              <a:ext uri="{FF2B5EF4-FFF2-40B4-BE49-F238E27FC236}">
                <a16:creationId xmlns:a16="http://schemas.microsoft.com/office/drawing/2014/main" id="{CF2C66AD-AC11-47B8-A456-2591E1AE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000125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19050">
            <a:solidFill>
              <a:srgbClr val="009E73"/>
            </a:solidFill>
            <a:prstDash val="solid"/>
          </a:ln>
        </p:spPr>
      </p:sp>
      <p:sp>
        <p:nvSpPr>
          <p:cNvPr id="54" name="gold-checkmark">
            <a:extLst xmlns:a="http://schemas.openxmlformats.org/drawingml/2006/main">
              <a:ext uri="{FF2B5EF4-FFF2-40B4-BE49-F238E27FC236}">
                <a16:creationId xmlns:a16="http://schemas.microsoft.com/office/drawing/2014/main" id="{164B0089-1EA3-481D-A37C-993926C2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10490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55" name="gold-contract">
            <a:extLst xmlns:a="http://schemas.openxmlformats.org/drawingml/2006/main">
              <a:ext uri="{FF2B5EF4-FFF2-40B4-BE49-F238E27FC236}">
                <a16:creationId xmlns:a16="http://schemas.microsoft.com/office/drawing/2014/main" id="{6BA52A70-4DD2-4159-A6DB-CE992207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85950"/>
            <a:ext cx="1390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9997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SQL  ·  SPAN  ·  GRAPH</a:t>
            </a:r>
          </a:p>
        </p:txBody>
      </p:sp>
      <p:sp>
        <p:nvSpPr>
          <p:cNvPr id="56" name="release-total">
            <a:extLst xmlns:a="http://schemas.openxmlformats.org/drawingml/2006/main">
              <a:ext uri="{FF2B5EF4-FFF2-40B4-BE49-F238E27FC236}">
                <a16:creationId xmlns:a16="http://schemas.microsoft.com/office/drawing/2014/main" id="{D86B52B2-0D2E-4045-BB9C-2624DA42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"/>
            <a:ext cx="904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9359"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90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517</a:t>
            </a:r>
          </a:p>
        </p:txBody>
      </p:sp>
      <p:sp>
        <p:nvSpPr>
          <p:cNvPr id="57" name="release-total-label">
            <a:extLst xmlns:a="http://schemas.openxmlformats.org/drawingml/2006/main">
              <a:ext uri="{FF2B5EF4-FFF2-40B4-BE49-F238E27FC236}">
                <a16:creationId xmlns:a16="http://schemas.microsoft.com/office/drawing/2014/main" id="{41555B73-6A8A-4375-97C2-97D2B5BF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038225"/>
            <a:ext cx="876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1266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atomic tasks</a:t>
            </a:r>
          </a:p>
        </p:txBody>
      </p:sp>
      <p:sp>
        <p:nvSpPr>
          <p:cNvPr id="58" name="release-abstain">
            <a:extLst xmlns:a="http://schemas.openxmlformats.org/drawingml/2006/main">
              <a:ext uri="{FF2B5EF4-FFF2-40B4-BE49-F238E27FC236}">
                <a16:creationId xmlns:a16="http://schemas.microsoft.com/office/drawing/2014/main" id="{5E17609D-E3E4-45A0-A885-D420D538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3906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29 abstain</a:t>
            </a:r>
          </a:p>
        </p:txBody>
      </p:sp>
      <p:sp>
        <p:nvSpPr>
          <p:cNvPr id="59" name="bar-Cross-label">
            <a:extLst xmlns:a="http://schemas.openxmlformats.org/drawingml/2006/main">
              <a:ext uri="{FF2B5EF4-FFF2-40B4-BE49-F238E27FC236}">
                <a16:creationId xmlns:a16="http://schemas.microsoft.com/office/drawing/2014/main" id="{11E88E41-BB09-4ACD-9BE7-AE5CC2FF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762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A519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7A5195"/>
                </a:solidFill>
                <a:latin typeface="Times New Roman"/>
                <a:ea typeface="Times New Roman"/>
                <a:cs typeface="Times New Roman"/>
              </a:rPr>
              <a:t>Cross</a:t>
            </a:r>
          </a:p>
        </p:txBody>
      </p:sp>
      <p:sp>
        <p:nvSpPr>
          <p:cNvPr id="60" name="bar-Cross">
            <a:extLst xmlns:a="http://schemas.openxmlformats.org/drawingml/2006/main">
              <a:ext uri="{FF2B5EF4-FFF2-40B4-BE49-F238E27FC236}">
                <a16:creationId xmlns:a16="http://schemas.microsoft.com/office/drawing/2014/main" id="{40FF1E47-3311-4D5E-86EC-E0549A4A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523875"/>
            <a:ext cx="571500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7A5195"/>
          </a:solidFill>
          <a:ln xmlns:a="http://schemas.openxmlformats.org/drawingml/2006/main" w="0">
            <a:solidFill>
              <a:srgbClr val="7A5195"/>
            </a:solidFill>
            <a:prstDash val="solid"/>
          </a:ln>
        </p:spPr>
      </p:sp>
      <p:sp>
        <p:nvSpPr>
          <p:cNvPr id="61" name="bar-Cross-value">
            <a:extLst xmlns:a="http://schemas.openxmlformats.org/drawingml/2006/main">
              <a:ext uri="{FF2B5EF4-FFF2-40B4-BE49-F238E27FC236}">
                <a16:creationId xmlns:a16="http://schemas.microsoft.com/office/drawing/2014/main" id="{E07F3887-5EA7-431C-B750-224E4CA3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192</a:t>
            </a:r>
          </a:p>
        </p:txBody>
      </p:sp>
      <p:sp>
        <p:nvSpPr>
          <p:cNvPr id="62" name="bar-RAG-label">
            <a:extLst xmlns:a="http://schemas.openxmlformats.org/drawingml/2006/main">
              <a:ext uri="{FF2B5EF4-FFF2-40B4-BE49-F238E27FC236}">
                <a16:creationId xmlns:a16="http://schemas.microsoft.com/office/drawing/2014/main" id="{D859D97A-0275-4D5E-B9DD-2AE54657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8286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6B4E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56B4E9"/>
                </a:solidFill>
                <a:latin typeface="Times New Roman"/>
                <a:ea typeface="Times New Roman"/>
                <a:cs typeface="Times New Roman"/>
              </a:rPr>
              <a:t>RAG</a:t>
            </a:r>
          </a:p>
        </p:txBody>
      </p:sp>
      <p:sp>
        <p:nvSpPr>
          <p:cNvPr id="63" name="bar-RAG">
            <a:extLst xmlns:a="http://schemas.openxmlformats.org/drawingml/2006/main">
              <a:ext uri="{FF2B5EF4-FFF2-40B4-BE49-F238E27FC236}">
                <a16:creationId xmlns:a16="http://schemas.microsoft.com/office/drawing/2014/main" id="{D249C5E1-227D-4070-B475-6DC1323B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876300"/>
            <a:ext cx="39052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56B4E9"/>
          </a:solidFill>
          <a:ln xmlns:a="http://schemas.openxmlformats.org/drawingml/2006/main" w="0">
            <a:solidFill>
              <a:srgbClr val="56B4E9"/>
            </a:solidFill>
            <a:prstDash val="solid"/>
          </a:ln>
        </p:spPr>
      </p:sp>
      <p:sp>
        <p:nvSpPr>
          <p:cNvPr id="64" name="bar-RAG-value">
            <a:extLst xmlns:a="http://schemas.openxmlformats.org/drawingml/2006/main">
              <a:ext uri="{FF2B5EF4-FFF2-40B4-BE49-F238E27FC236}">
                <a16:creationId xmlns:a16="http://schemas.microsoft.com/office/drawing/2014/main" id="{79245B4D-55B2-43D9-83BF-549AE566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8286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130</a:t>
            </a:r>
          </a:p>
        </p:txBody>
      </p:sp>
      <p:sp>
        <p:nvSpPr>
          <p:cNvPr id="65" name="bar-Graph-label">
            <a:extLst xmlns:a="http://schemas.openxmlformats.org/drawingml/2006/main">
              <a:ext uri="{FF2B5EF4-FFF2-40B4-BE49-F238E27FC236}">
                <a16:creationId xmlns:a16="http://schemas.microsoft.com/office/drawing/2014/main" id="{DE38E03F-C102-4EDB-B6AC-ED768FAB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1811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Graph</a:t>
            </a:r>
          </a:p>
        </p:txBody>
      </p:sp>
      <p:sp>
        <p:nvSpPr>
          <p:cNvPr id="66" name="bar-Graph">
            <a:extLst xmlns:a="http://schemas.openxmlformats.org/drawingml/2006/main">
              <a:ext uri="{FF2B5EF4-FFF2-40B4-BE49-F238E27FC236}">
                <a16:creationId xmlns:a16="http://schemas.microsoft.com/office/drawing/2014/main" id="{F4D49559-8B4B-4B70-AEBA-2685B71E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228725"/>
            <a:ext cx="29527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009E73"/>
          </a:solidFill>
          <a:ln xmlns:a="http://schemas.openxmlformats.org/drawingml/2006/main" w="0">
            <a:solidFill>
              <a:srgbClr val="009E73"/>
            </a:solidFill>
            <a:prstDash val="solid"/>
          </a:ln>
        </p:spPr>
      </p:sp>
      <p:sp>
        <p:nvSpPr>
          <p:cNvPr id="67" name="bar-Graph-value">
            <a:extLst xmlns:a="http://schemas.openxmlformats.org/drawingml/2006/main">
              <a:ext uri="{FF2B5EF4-FFF2-40B4-BE49-F238E27FC236}">
                <a16:creationId xmlns:a16="http://schemas.microsoft.com/office/drawing/2014/main" id="{DCEAC15E-F234-4864-85DC-C00A587D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1811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99</a:t>
            </a:r>
          </a:p>
        </p:txBody>
      </p:sp>
      <p:sp>
        <p:nvSpPr>
          <p:cNvPr id="68" name="bar-Table-label">
            <a:extLst xmlns:a="http://schemas.openxmlformats.org/drawingml/2006/main">
              <a:ext uri="{FF2B5EF4-FFF2-40B4-BE49-F238E27FC236}">
                <a16:creationId xmlns:a16="http://schemas.microsoft.com/office/drawing/2014/main" id="{D29C6138-D28A-4FA4-B67F-2AE8DDB2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5335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E69F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E69F00"/>
                </a:solidFill>
                <a:latin typeface="Times New Roman"/>
                <a:ea typeface="Times New Roman"/>
                <a:cs typeface="Times New Roman"/>
              </a:rPr>
              <a:t>Table</a:t>
            </a:r>
          </a:p>
        </p:txBody>
      </p:sp>
      <p:sp>
        <p:nvSpPr>
          <p:cNvPr id="69" name="bar-Table">
            <a:extLst xmlns:a="http://schemas.openxmlformats.org/drawingml/2006/main">
              <a:ext uri="{FF2B5EF4-FFF2-40B4-BE49-F238E27FC236}">
                <a16:creationId xmlns:a16="http://schemas.microsoft.com/office/drawing/2014/main" id="{FB486531-B93C-492F-A7B7-EC8102DD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581150"/>
            <a:ext cx="285750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E69F00"/>
          </a:solidFill>
          <a:ln xmlns:a="http://schemas.openxmlformats.org/drawingml/2006/main" w="0">
            <a:solidFill>
              <a:srgbClr val="E69F00"/>
            </a:solidFill>
            <a:prstDash val="solid"/>
          </a:ln>
        </p:spPr>
      </p:sp>
      <p:sp>
        <p:nvSpPr>
          <p:cNvPr id="70" name="bar-Table-value">
            <a:extLst xmlns:a="http://schemas.openxmlformats.org/drawingml/2006/main">
              <a:ext uri="{FF2B5EF4-FFF2-40B4-BE49-F238E27FC236}">
                <a16:creationId xmlns:a16="http://schemas.microsoft.com/office/drawing/2014/main" id="{E9845F82-3B2E-4549-8868-3BB3B549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5335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96</a:t>
            </a:r>
          </a:p>
        </p:txBody>
      </p:sp>
    </p:spTree>
    <p:extLst>
      <p:ext uri="{BB962C8B-B14F-4D97-AF65-F5344CB8AC3E}">
        <p14:creationId xmlns:p14="http://schemas.microsoft.com/office/powerpoint/2010/main" val="20325535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2026-07-11T11:46:51.3710000Z</dcterms:created>
  <dcterms:modified xsi:type="dcterms:W3CDTF">2026-07-11T11:46:51.3710000Z</dcterms:modified>
</coreProperties>
</file>